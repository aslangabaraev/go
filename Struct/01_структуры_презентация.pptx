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Zen Dots"/>
      <p:regular r:id="rId14"/>
    </p:embeddedFont>
    <p:embeddedFont>
      <p:font typeface="Arim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rimo-regular.fntdata"/><Relationship Id="rId14" Type="http://schemas.openxmlformats.org/officeDocument/2006/relationships/font" Target="fonts/ZenDots-regular.fntdata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Arim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36676c553c5_0_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36676c553c5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66779a456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366779a456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66779a456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366779a456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366779a456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366779a456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66779a456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366779a456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366779a456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1" name="Google Shape;1831;g366779a456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366779a456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366779a456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0" name="Google Shape;10;p2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rgbClr val="B6EFF6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46" name="Google Shape;46;p2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2"/>
          <p:cNvSpPr/>
          <p:nvPr/>
        </p:nvSpPr>
        <p:spPr>
          <a:xfrm>
            <a:off x="-1240148" y="-141508"/>
            <a:ext cx="10767475" cy="1207500"/>
          </a:xfrm>
          <a:custGeom>
            <a:rect b="b" l="l" r="r" t="t"/>
            <a:pathLst>
              <a:path extrusionOk="0" h="48300" w="430699">
                <a:moveTo>
                  <a:pt x="384289" y="47598"/>
                </a:moveTo>
                <a:cubicBezTo>
                  <a:pt x="367124" y="47955"/>
                  <a:pt x="340092" y="48163"/>
                  <a:pt x="326113" y="47683"/>
                </a:cubicBezTo>
                <a:cubicBezTo>
                  <a:pt x="312134" y="47203"/>
                  <a:pt x="306478" y="47475"/>
                  <a:pt x="300413" y="44720"/>
                </a:cubicBezTo>
                <a:cubicBezTo>
                  <a:pt x="294348" y="41965"/>
                  <a:pt x="293364" y="34357"/>
                  <a:pt x="289723" y="31152"/>
                </a:cubicBezTo>
                <a:cubicBezTo>
                  <a:pt x="286083" y="27947"/>
                  <a:pt x="282985" y="26682"/>
                  <a:pt x="278570" y="25489"/>
                </a:cubicBezTo>
                <a:cubicBezTo>
                  <a:pt x="274155" y="24296"/>
                  <a:pt x="269563" y="24289"/>
                  <a:pt x="263231" y="23992"/>
                </a:cubicBezTo>
                <a:cubicBezTo>
                  <a:pt x="256900" y="23696"/>
                  <a:pt x="248418" y="23757"/>
                  <a:pt x="240581" y="23710"/>
                </a:cubicBezTo>
                <a:cubicBezTo>
                  <a:pt x="232744" y="23663"/>
                  <a:pt x="232460" y="23747"/>
                  <a:pt x="216208" y="23710"/>
                </a:cubicBezTo>
                <a:cubicBezTo>
                  <a:pt x="199956" y="23673"/>
                  <a:pt x="177052" y="23523"/>
                  <a:pt x="143071" y="23486"/>
                </a:cubicBezTo>
                <a:cubicBezTo>
                  <a:pt x="109091" y="23449"/>
                  <a:pt x="35198" y="23486"/>
                  <a:pt x="12325" y="23486"/>
                </a:cubicBezTo>
                <a:cubicBezTo>
                  <a:pt x="-10548" y="23486"/>
                  <a:pt x="5327" y="24399"/>
                  <a:pt x="5832" y="23486"/>
                </a:cubicBezTo>
                <a:cubicBezTo>
                  <a:pt x="6337" y="22573"/>
                  <a:pt x="13624" y="21595"/>
                  <a:pt x="15356" y="18010"/>
                </a:cubicBezTo>
                <a:cubicBezTo>
                  <a:pt x="17088" y="14425"/>
                  <a:pt x="14635" y="4842"/>
                  <a:pt x="16222" y="1974"/>
                </a:cubicBezTo>
                <a:cubicBezTo>
                  <a:pt x="17810" y="-894"/>
                  <a:pt x="16800" y="866"/>
                  <a:pt x="24881" y="801"/>
                </a:cubicBezTo>
                <a:cubicBezTo>
                  <a:pt x="32962" y="736"/>
                  <a:pt x="41476" y="1453"/>
                  <a:pt x="64710" y="1583"/>
                </a:cubicBezTo>
                <a:cubicBezTo>
                  <a:pt x="87944" y="1713"/>
                  <a:pt x="126258" y="1844"/>
                  <a:pt x="164284" y="1583"/>
                </a:cubicBezTo>
                <a:cubicBezTo>
                  <a:pt x="202310" y="1322"/>
                  <a:pt x="253540" y="149"/>
                  <a:pt x="292864" y="19"/>
                </a:cubicBezTo>
                <a:cubicBezTo>
                  <a:pt x="332189" y="-111"/>
                  <a:pt x="379480" y="448"/>
                  <a:pt x="400231" y="801"/>
                </a:cubicBezTo>
                <a:cubicBezTo>
                  <a:pt x="420982" y="1154"/>
                  <a:pt x="414016" y="-759"/>
                  <a:pt x="417371" y="2138"/>
                </a:cubicBezTo>
                <a:cubicBezTo>
                  <a:pt x="420727" y="5035"/>
                  <a:pt x="418408" y="10949"/>
                  <a:pt x="420364" y="18183"/>
                </a:cubicBezTo>
                <a:cubicBezTo>
                  <a:pt x="422320" y="25417"/>
                  <a:pt x="435118" y="40640"/>
                  <a:pt x="429105" y="45542"/>
                </a:cubicBezTo>
                <a:cubicBezTo>
                  <a:pt x="423093" y="50445"/>
                  <a:pt x="401454" y="47241"/>
                  <a:pt x="384289" y="475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2" name="Google Shape;82;p2"/>
          <p:cNvSpPr/>
          <p:nvPr/>
        </p:nvSpPr>
        <p:spPr>
          <a:xfrm>
            <a:off x="-1642450" y="358225"/>
            <a:ext cx="11119650" cy="618275"/>
          </a:xfrm>
          <a:custGeom>
            <a:rect b="b" l="l" r="r" t="t"/>
            <a:pathLst>
              <a:path extrusionOk="0" h="24731" w="444786">
                <a:moveTo>
                  <a:pt x="444786" y="24731"/>
                </a:moveTo>
                <a:cubicBezTo>
                  <a:pt x="432103" y="24691"/>
                  <a:pt x="387256" y="24617"/>
                  <a:pt x="368690" y="24492"/>
                </a:cubicBezTo>
                <a:cubicBezTo>
                  <a:pt x="350124" y="24368"/>
                  <a:pt x="342093" y="25059"/>
                  <a:pt x="333390" y="23984"/>
                </a:cubicBezTo>
                <a:cubicBezTo>
                  <a:pt x="324687" y="22909"/>
                  <a:pt x="320533" y="21256"/>
                  <a:pt x="316473" y="18042"/>
                </a:cubicBezTo>
                <a:cubicBezTo>
                  <a:pt x="312413" y="14828"/>
                  <a:pt x="313180" y="7615"/>
                  <a:pt x="309029" y="4700"/>
                </a:cubicBezTo>
                <a:cubicBezTo>
                  <a:pt x="304879" y="1785"/>
                  <a:pt x="299770" y="1273"/>
                  <a:pt x="291570" y="551"/>
                </a:cubicBezTo>
                <a:cubicBezTo>
                  <a:pt x="283370" y="-170"/>
                  <a:pt x="289087" y="339"/>
                  <a:pt x="259830" y="371"/>
                </a:cubicBezTo>
                <a:cubicBezTo>
                  <a:pt x="230573" y="403"/>
                  <a:pt x="159333" y="804"/>
                  <a:pt x="116028" y="742"/>
                </a:cubicBezTo>
                <a:cubicBezTo>
                  <a:pt x="72723" y="680"/>
                  <a:pt x="19338" y="124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" name="Google Shape;83;p2"/>
          <p:cNvSpPr/>
          <p:nvPr/>
        </p:nvSpPr>
        <p:spPr>
          <a:xfrm>
            <a:off x="-1602450" y="302150"/>
            <a:ext cx="11161900" cy="615275"/>
          </a:xfrm>
          <a:custGeom>
            <a:rect b="b" l="l" r="r" t="t"/>
            <a:pathLst>
              <a:path extrusionOk="0" h="24611" w="446476">
                <a:moveTo>
                  <a:pt x="446476" y="24507"/>
                </a:moveTo>
                <a:cubicBezTo>
                  <a:pt x="434895" y="24505"/>
                  <a:pt x="394587" y="24580"/>
                  <a:pt x="376990" y="24493"/>
                </a:cubicBezTo>
                <a:cubicBezTo>
                  <a:pt x="359393" y="24406"/>
                  <a:pt x="349794" y="25059"/>
                  <a:pt x="340895" y="23984"/>
                </a:cubicBezTo>
                <a:cubicBezTo>
                  <a:pt x="331996" y="22909"/>
                  <a:pt x="327749" y="21256"/>
                  <a:pt x="323597" y="18042"/>
                </a:cubicBezTo>
                <a:cubicBezTo>
                  <a:pt x="319445" y="14828"/>
                  <a:pt x="320229" y="7615"/>
                  <a:pt x="315985" y="4700"/>
                </a:cubicBezTo>
                <a:cubicBezTo>
                  <a:pt x="311741" y="1785"/>
                  <a:pt x="306517" y="1272"/>
                  <a:pt x="298133" y="551"/>
                </a:cubicBezTo>
                <a:cubicBezTo>
                  <a:pt x="289749" y="-170"/>
                  <a:pt x="295595" y="340"/>
                  <a:pt x="265679" y="372"/>
                </a:cubicBezTo>
                <a:cubicBezTo>
                  <a:pt x="235764" y="404"/>
                  <a:pt x="162920" y="804"/>
                  <a:pt x="118640" y="742"/>
                </a:cubicBezTo>
                <a:cubicBezTo>
                  <a:pt x="74360" y="680"/>
                  <a:pt x="19773" y="124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4" name="Google Shape;84;p2"/>
          <p:cNvGrpSpPr/>
          <p:nvPr/>
        </p:nvGrpSpPr>
        <p:grpSpPr>
          <a:xfrm>
            <a:off x="6406513" y="269575"/>
            <a:ext cx="346813" cy="186675"/>
            <a:chOff x="6406513" y="269575"/>
            <a:chExt cx="346813" cy="186675"/>
          </a:xfrm>
        </p:grpSpPr>
        <p:sp>
          <p:nvSpPr>
            <p:cNvPr id="85" name="Google Shape;85;p2"/>
            <p:cNvSpPr/>
            <p:nvPr/>
          </p:nvSpPr>
          <p:spPr>
            <a:xfrm>
              <a:off x="6641425" y="344350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406513" y="269575"/>
              <a:ext cx="158700" cy="1587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2"/>
          <p:cNvGrpSpPr/>
          <p:nvPr/>
        </p:nvGrpSpPr>
        <p:grpSpPr>
          <a:xfrm>
            <a:off x="8489950" y="332499"/>
            <a:ext cx="331646" cy="342864"/>
            <a:chOff x="8489950" y="332499"/>
            <a:chExt cx="331646" cy="342864"/>
          </a:xfrm>
        </p:grpSpPr>
        <p:sp>
          <p:nvSpPr>
            <p:cNvPr id="88" name="Google Shape;88;p2"/>
            <p:cNvSpPr/>
            <p:nvPr/>
          </p:nvSpPr>
          <p:spPr>
            <a:xfrm>
              <a:off x="8709696" y="563463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489950" y="332499"/>
              <a:ext cx="259800" cy="259800"/>
            </a:xfrm>
            <a:prstGeom prst="star4">
              <a:avLst>
                <a:gd fmla="val 12500" name="adj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2"/>
          <p:cNvSpPr txBox="1"/>
          <p:nvPr>
            <p:ph idx="1" type="subTitle"/>
          </p:nvPr>
        </p:nvSpPr>
        <p:spPr>
          <a:xfrm rot="-546">
            <a:off x="2683643" y="3569988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 sz="1600">
                <a:solidFill>
                  <a:srgbClr val="0E6790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2"/>
          <p:cNvSpPr txBox="1"/>
          <p:nvPr>
            <p:ph type="ctrTitle"/>
          </p:nvPr>
        </p:nvSpPr>
        <p:spPr>
          <a:xfrm>
            <a:off x="1403575" y="1459500"/>
            <a:ext cx="6336900" cy="207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i="1"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92" name="Google Shape;92;p2"/>
          <p:cNvSpPr/>
          <p:nvPr/>
        </p:nvSpPr>
        <p:spPr>
          <a:xfrm>
            <a:off x="-1113050" y="3962300"/>
            <a:ext cx="10746638" cy="1303425"/>
          </a:xfrm>
          <a:custGeom>
            <a:rect b="b" l="l" r="r" t="t"/>
            <a:pathLst>
              <a:path extrusionOk="0" h="52137" w="416496">
                <a:moveTo>
                  <a:pt x="5608" y="845"/>
                </a:moveTo>
                <a:cubicBezTo>
                  <a:pt x="18610" y="-754"/>
                  <a:pt x="67114" y="278"/>
                  <a:pt x="84341" y="991"/>
                </a:cubicBezTo>
                <a:cubicBezTo>
                  <a:pt x="101568" y="1704"/>
                  <a:pt x="103239" y="1928"/>
                  <a:pt x="108970" y="5124"/>
                </a:cubicBezTo>
                <a:cubicBezTo>
                  <a:pt x="114701" y="8320"/>
                  <a:pt x="115562" y="16616"/>
                  <a:pt x="118729" y="20166"/>
                </a:cubicBezTo>
                <a:cubicBezTo>
                  <a:pt x="121896" y="23716"/>
                  <a:pt x="122794" y="25234"/>
                  <a:pt x="127972" y="26423"/>
                </a:cubicBezTo>
                <a:cubicBezTo>
                  <a:pt x="133150" y="27612"/>
                  <a:pt x="142812" y="27253"/>
                  <a:pt x="149795" y="27300"/>
                </a:cubicBezTo>
                <a:cubicBezTo>
                  <a:pt x="156779" y="27347"/>
                  <a:pt x="162465" y="26804"/>
                  <a:pt x="169873" y="26705"/>
                </a:cubicBezTo>
                <a:cubicBezTo>
                  <a:pt x="177282" y="26606"/>
                  <a:pt x="177994" y="26665"/>
                  <a:pt x="194246" y="26705"/>
                </a:cubicBezTo>
                <a:cubicBezTo>
                  <a:pt x="210498" y="26745"/>
                  <a:pt x="233403" y="26905"/>
                  <a:pt x="267383" y="26945"/>
                </a:cubicBezTo>
                <a:cubicBezTo>
                  <a:pt x="301364" y="26985"/>
                  <a:pt x="373480" y="26674"/>
                  <a:pt x="398129" y="26945"/>
                </a:cubicBezTo>
                <a:cubicBezTo>
                  <a:pt x="422779" y="27216"/>
                  <a:pt x="412484" y="27302"/>
                  <a:pt x="415280" y="28570"/>
                </a:cubicBezTo>
                <a:cubicBezTo>
                  <a:pt x="418076" y="29839"/>
                  <a:pt x="415218" y="31002"/>
                  <a:pt x="414906" y="34556"/>
                </a:cubicBezTo>
                <a:cubicBezTo>
                  <a:pt x="414594" y="38110"/>
                  <a:pt x="418298" y="47109"/>
                  <a:pt x="413409" y="49896"/>
                </a:cubicBezTo>
                <a:cubicBezTo>
                  <a:pt x="408520" y="52683"/>
                  <a:pt x="396851" y="51188"/>
                  <a:pt x="385573" y="51278"/>
                </a:cubicBezTo>
                <a:cubicBezTo>
                  <a:pt x="374296" y="51369"/>
                  <a:pt x="368978" y="50579"/>
                  <a:pt x="345744" y="50439"/>
                </a:cubicBezTo>
                <a:cubicBezTo>
                  <a:pt x="322510" y="50299"/>
                  <a:pt x="284196" y="50159"/>
                  <a:pt x="246170" y="50439"/>
                </a:cubicBezTo>
                <a:cubicBezTo>
                  <a:pt x="208144" y="50719"/>
                  <a:pt x="156915" y="51977"/>
                  <a:pt x="117590" y="52117"/>
                </a:cubicBezTo>
                <a:cubicBezTo>
                  <a:pt x="78266" y="52257"/>
                  <a:pt x="28911" y="51628"/>
                  <a:pt x="10223" y="51278"/>
                </a:cubicBezTo>
                <a:cubicBezTo>
                  <a:pt x="-8465" y="50929"/>
                  <a:pt x="6184" y="51698"/>
                  <a:pt x="5462" y="50020"/>
                </a:cubicBezTo>
                <a:cubicBezTo>
                  <a:pt x="4741" y="48342"/>
                  <a:pt x="5750" y="47782"/>
                  <a:pt x="5894" y="41209"/>
                </a:cubicBezTo>
                <a:cubicBezTo>
                  <a:pt x="6038" y="34636"/>
                  <a:pt x="6375" y="17310"/>
                  <a:pt x="6327" y="10583"/>
                </a:cubicBezTo>
                <a:cubicBezTo>
                  <a:pt x="6279" y="3856"/>
                  <a:pt x="-7394" y="2444"/>
                  <a:pt x="5608" y="8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3" name="Google Shape;93;p2"/>
          <p:cNvSpPr/>
          <p:nvPr/>
        </p:nvSpPr>
        <p:spPr>
          <a:xfrm>
            <a:off x="-569267" y="4034702"/>
            <a:ext cx="9859264" cy="691475"/>
          </a:xfrm>
          <a:custGeom>
            <a:rect b="b" l="l" r="r" t="t"/>
            <a:pathLst>
              <a:path extrusionOk="0" h="27659" w="382105">
                <a:moveTo>
                  <a:pt x="0" y="574"/>
                </a:moveTo>
                <a:cubicBezTo>
                  <a:pt x="6528" y="505"/>
                  <a:pt x="27169" y="132"/>
                  <a:pt x="39169" y="158"/>
                </a:cubicBezTo>
                <a:cubicBezTo>
                  <a:pt x="51170" y="184"/>
                  <a:pt x="63908" y="-478"/>
                  <a:pt x="72003" y="729"/>
                </a:cubicBezTo>
                <a:cubicBezTo>
                  <a:pt x="80098" y="1936"/>
                  <a:pt x="83962" y="3792"/>
                  <a:pt x="87739" y="7401"/>
                </a:cubicBezTo>
                <a:cubicBezTo>
                  <a:pt x="91516" y="11010"/>
                  <a:pt x="90803" y="19109"/>
                  <a:pt x="94663" y="22382"/>
                </a:cubicBezTo>
                <a:cubicBezTo>
                  <a:pt x="98524" y="25655"/>
                  <a:pt x="103275" y="26230"/>
                  <a:pt x="110902" y="27040"/>
                </a:cubicBezTo>
                <a:cubicBezTo>
                  <a:pt x="118529" y="27850"/>
                  <a:pt x="113212" y="27278"/>
                  <a:pt x="140425" y="27242"/>
                </a:cubicBezTo>
                <a:cubicBezTo>
                  <a:pt x="167638" y="27206"/>
                  <a:pt x="233902" y="26757"/>
                  <a:pt x="274182" y="26826"/>
                </a:cubicBezTo>
                <a:cubicBezTo>
                  <a:pt x="314462" y="26896"/>
                  <a:pt x="364118" y="27520"/>
                  <a:pt x="382105" y="276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4" name="Google Shape;94;p2"/>
          <p:cNvSpPr/>
          <p:nvPr/>
        </p:nvSpPr>
        <p:spPr>
          <a:xfrm>
            <a:off x="-829617" y="4097658"/>
            <a:ext cx="10080885" cy="691475"/>
          </a:xfrm>
          <a:custGeom>
            <a:rect b="b" l="l" r="r" t="t"/>
            <a:pathLst>
              <a:path extrusionOk="0" h="27659" w="382105">
                <a:moveTo>
                  <a:pt x="0" y="574"/>
                </a:moveTo>
                <a:cubicBezTo>
                  <a:pt x="6528" y="505"/>
                  <a:pt x="27169" y="132"/>
                  <a:pt x="39169" y="158"/>
                </a:cubicBezTo>
                <a:cubicBezTo>
                  <a:pt x="51170" y="184"/>
                  <a:pt x="63908" y="-478"/>
                  <a:pt x="72003" y="729"/>
                </a:cubicBezTo>
                <a:cubicBezTo>
                  <a:pt x="80098" y="1936"/>
                  <a:pt x="83962" y="3792"/>
                  <a:pt x="87739" y="7401"/>
                </a:cubicBezTo>
                <a:cubicBezTo>
                  <a:pt x="91516" y="11010"/>
                  <a:pt x="90803" y="19109"/>
                  <a:pt x="94663" y="22382"/>
                </a:cubicBezTo>
                <a:cubicBezTo>
                  <a:pt x="98524" y="25655"/>
                  <a:pt x="103275" y="26230"/>
                  <a:pt x="110902" y="27040"/>
                </a:cubicBezTo>
                <a:cubicBezTo>
                  <a:pt x="118529" y="27850"/>
                  <a:pt x="113212" y="27278"/>
                  <a:pt x="140425" y="27242"/>
                </a:cubicBezTo>
                <a:cubicBezTo>
                  <a:pt x="167638" y="27206"/>
                  <a:pt x="233902" y="26757"/>
                  <a:pt x="274182" y="26826"/>
                </a:cubicBezTo>
                <a:cubicBezTo>
                  <a:pt x="314462" y="26896"/>
                  <a:pt x="364118" y="27520"/>
                  <a:pt x="382105" y="276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95" name="Google Shape;95;p2"/>
          <p:cNvGrpSpPr/>
          <p:nvPr/>
        </p:nvGrpSpPr>
        <p:grpSpPr>
          <a:xfrm>
            <a:off x="-200212" y="4164009"/>
            <a:ext cx="1911066" cy="1275291"/>
            <a:chOff x="44338" y="4151134"/>
            <a:chExt cx="1911066" cy="1275291"/>
          </a:xfrm>
        </p:grpSpPr>
        <p:grpSp>
          <p:nvGrpSpPr>
            <p:cNvPr id="96" name="Google Shape;96;p2"/>
            <p:cNvGrpSpPr/>
            <p:nvPr/>
          </p:nvGrpSpPr>
          <p:grpSpPr>
            <a:xfrm>
              <a:off x="44338" y="4151134"/>
              <a:ext cx="1439313" cy="1275291"/>
              <a:chOff x="44338" y="4151134"/>
              <a:chExt cx="1439313" cy="1275291"/>
            </a:xfrm>
          </p:grpSpPr>
          <p:sp>
            <p:nvSpPr>
              <p:cNvPr id="97" name="Google Shape;97;p2"/>
              <p:cNvSpPr/>
              <p:nvPr/>
            </p:nvSpPr>
            <p:spPr>
              <a:xfrm>
                <a:off x="361950" y="4304725"/>
                <a:ext cx="1121700" cy="1121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8578" y="4151134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203038" y="4444800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44338" y="42241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" name="Google Shape;101;p2"/>
            <p:cNvSpPr/>
            <p:nvPr/>
          </p:nvSpPr>
          <p:spPr>
            <a:xfrm>
              <a:off x="1695603" y="4883709"/>
              <a:ext cx="259800" cy="25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583696" y="4789125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392500" y="4534663"/>
            <a:ext cx="615900" cy="615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2"/>
          <p:cNvGrpSpPr/>
          <p:nvPr/>
        </p:nvGrpSpPr>
        <p:grpSpPr>
          <a:xfrm>
            <a:off x="8164200" y="4855049"/>
            <a:ext cx="771403" cy="288460"/>
            <a:chOff x="8164200" y="4855049"/>
            <a:chExt cx="771403" cy="288460"/>
          </a:xfrm>
        </p:grpSpPr>
        <p:sp>
          <p:nvSpPr>
            <p:cNvPr id="105" name="Google Shape;105;p2"/>
            <p:cNvSpPr/>
            <p:nvPr/>
          </p:nvSpPr>
          <p:spPr>
            <a:xfrm>
              <a:off x="8675803" y="4883709"/>
              <a:ext cx="259800" cy="25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491821" y="4855050"/>
              <a:ext cx="111900" cy="1119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8164200" y="4855049"/>
              <a:ext cx="259800" cy="259800"/>
            </a:xfrm>
            <a:prstGeom prst="star4">
              <a:avLst>
                <a:gd fmla="val 12500" name="adj"/>
              </a:avLst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8" name="Google Shape;108;p2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8552275" y="3029175"/>
            <a:ext cx="1377700" cy="127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-248325" y="592308"/>
            <a:ext cx="1452025" cy="1344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12" name="Google Shape;112;p3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3"/>
          <p:cNvSpPr txBox="1"/>
          <p:nvPr>
            <p:ph hasCustomPrompt="1" type="title"/>
          </p:nvPr>
        </p:nvSpPr>
        <p:spPr>
          <a:xfrm>
            <a:off x="379685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8" name="Google Shape;148;p3"/>
          <p:cNvSpPr txBox="1"/>
          <p:nvPr>
            <p:ph idx="1" type="subTitle"/>
          </p:nvPr>
        </p:nvSpPr>
        <p:spPr>
          <a:xfrm rot="237">
            <a:off x="2391900" y="351191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"/>
          <p:cNvSpPr txBox="1"/>
          <p:nvPr>
            <p:ph idx="2" type="title"/>
          </p:nvPr>
        </p:nvSpPr>
        <p:spPr>
          <a:xfrm>
            <a:off x="2391900" y="2840075"/>
            <a:ext cx="4360200" cy="67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50" name="Google Shape;150;p3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51" name="Google Shape;151;p3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2" name="Google Shape;152;p3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3" name="Google Shape;153;p3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4" name="Google Shape;154;p3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55" name="Google Shape;155;p3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3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58" name="Google Shape;158;p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0" name="Google Shape;160;p3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61" name="Google Shape;161;p3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2" name="Google Shape;162;p3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3" name="Google Shape;163;p3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4" name="Google Shape;164;p3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65" name="Google Shape;165;p3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3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69" name="Google Shape;169;p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4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73" name="Google Shape;173;p4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4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4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10" name="Google Shape;210;p4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211" name="Google Shape;211;p4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2" name="Google Shape;212;p4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" name="Google Shape;213;p4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14" name="Google Shape;214;p4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215" name="Google Shape;215;p4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" name="Google Shape;217;p4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218" name="Google Shape;218;p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0" name="Google Shape;220;p4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221" name="Google Shape;221;p4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2" name="Google Shape;222;p4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3" name="Google Shape;223;p4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24" name="Google Shape;224;p4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225" name="Google Shape;225;p4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4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229" name="Google Shape;229;p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5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233" name="Google Shape;233;p5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5"/>
          <p:cNvSpPr txBox="1"/>
          <p:nvPr>
            <p:ph idx="1" type="subTitle"/>
          </p:nvPr>
        </p:nvSpPr>
        <p:spPr>
          <a:xfrm>
            <a:off x="1105200" y="2900659"/>
            <a:ext cx="33144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5"/>
          <p:cNvSpPr txBox="1"/>
          <p:nvPr>
            <p:ph idx="2" type="subTitle"/>
          </p:nvPr>
        </p:nvSpPr>
        <p:spPr>
          <a:xfrm>
            <a:off x="4724409" y="2900659"/>
            <a:ext cx="33144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5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1" name="Google Shape;271;p5"/>
          <p:cNvSpPr txBox="1"/>
          <p:nvPr>
            <p:ph idx="3" type="title"/>
          </p:nvPr>
        </p:nvSpPr>
        <p:spPr>
          <a:xfrm>
            <a:off x="1105200" y="2600809"/>
            <a:ext cx="3314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2" name="Google Shape;272;p5"/>
          <p:cNvSpPr txBox="1"/>
          <p:nvPr>
            <p:ph idx="4" type="title"/>
          </p:nvPr>
        </p:nvSpPr>
        <p:spPr>
          <a:xfrm>
            <a:off x="4724409" y="2600809"/>
            <a:ext cx="3314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273" name="Google Shape;273;p5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274" name="Google Shape;274;p5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5" name="Google Shape;275;p5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6" name="Google Shape;276;p5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77" name="Google Shape;277;p5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278" name="Google Shape;278;p5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5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281" name="Google Shape;281;p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3" name="Google Shape;283;p5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284" name="Google Shape;284;p5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5" name="Google Shape;285;p5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6" name="Google Shape;286;p5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87" name="Google Shape;287;p5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5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1" name="Google Shape;291;p5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292" name="Google Shape;292;p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6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296" name="Google Shape;296;p6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6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2" name="Google Shape;332;p6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333" name="Google Shape;333;p6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4" name="Google Shape;334;p6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" name="Google Shape;335;p6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36" name="Google Shape;336;p6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337" name="Google Shape;337;p6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9" name="Google Shape;339;p6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340" name="Google Shape;340;p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2" name="Google Shape;342;p6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343" name="Google Shape;343;p6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4" name="Google Shape;344;p6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5" name="Google Shape;345;p6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46" name="Google Shape;346;p6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347" name="Google Shape;347;p6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" name="Google Shape;350;p6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351" name="Google Shape;351;p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7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355" name="Google Shape;355;p7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7"/>
          <p:cNvSpPr txBox="1"/>
          <p:nvPr>
            <p:ph type="title"/>
          </p:nvPr>
        </p:nvSpPr>
        <p:spPr>
          <a:xfrm>
            <a:off x="720000" y="557922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1" name="Google Shape;391;p7"/>
          <p:cNvSpPr txBox="1"/>
          <p:nvPr>
            <p:ph idx="1" type="subTitle"/>
          </p:nvPr>
        </p:nvSpPr>
        <p:spPr>
          <a:xfrm rot="-458">
            <a:off x="719995" y="1699173"/>
            <a:ext cx="4503600" cy="21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92" name="Google Shape;392;p7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393" name="Google Shape;393;p7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4" name="Google Shape;394;p7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5" name="Google Shape;395;p7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96" name="Google Shape;396;p7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397" name="Google Shape;397;p7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7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9" name="Google Shape;399;p7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2" name="Google Shape;402;p7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403" name="Google Shape;403;p7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04" name="Google Shape;404;p7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5" name="Google Shape;405;p7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06" name="Google Shape;406;p7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407" name="Google Shape;407;p7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7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" name="Google Shape;410;p7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411" name="Google Shape;411;p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8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415" name="Google Shape;415;p8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8"/>
          <p:cNvSpPr txBox="1"/>
          <p:nvPr>
            <p:ph type="title"/>
          </p:nvPr>
        </p:nvSpPr>
        <p:spPr>
          <a:xfrm>
            <a:off x="1125900" y="1365900"/>
            <a:ext cx="68922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51" name="Google Shape;451;p8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452" name="Google Shape;452;p8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53" name="Google Shape;453;p8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54" name="Google Shape;454;p8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55" name="Google Shape;455;p8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456" name="Google Shape;456;p8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8" name="Google Shape;458;p8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459" name="Google Shape;459;p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1" name="Google Shape;461;p8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462" name="Google Shape;462;p8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63" name="Google Shape;463;p8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64" name="Google Shape;464;p8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65" name="Google Shape;465;p8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466" name="Google Shape;466;p8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8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8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" name="Google Shape;469;p8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470" name="Google Shape;470;p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9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474" name="Google Shape;474;p9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9"/>
          <p:cNvSpPr txBox="1"/>
          <p:nvPr>
            <p:ph type="title"/>
          </p:nvPr>
        </p:nvSpPr>
        <p:spPr>
          <a:xfrm>
            <a:off x="1634400" y="1536148"/>
            <a:ext cx="5875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0" name="Google Shape;510;p9"/>
          <p:cNvSpPr txBox="1"/>
          <p:nvPr>
            <p:ph idx="1" type="subTitle"/>
          </p:nvPr>
        </p:nvSpPr>
        <p:spPr>
          <a:xfrm>
            <a:off x="2159925" y="2537100"/>
            <a:ext cx="4824000" cy="12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11" name="Google Shape;511;p9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512" name="Google Shape;512;p9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13" name="Google Shape;513;p9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4" name="Google Shape;514;p9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15" name="Google Shape;515;p9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516" name="Google Shape;516;p9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9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519" name="Google Shape;519;p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1" name="Google Shape;521;p9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522" name="Google Shape;522;p9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23" name="Google Shape;523;p9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4" name="Google Shape;524;p9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25" name="Google Shape;525;p9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526" name="Google Shape;526;p9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9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9" name="Google Shape;529;p9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0"/>
          <p:cNvSpPr txBox="1"/>
          <p:nvPr>
            <p:ph type="title"/>
          </p:nvPr>
        </p:nvSpPr>
        <p:spPr>
          <a:xfrm>
            <a:off x="720000" y="4089600"/>
            <a:ext cx="7704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11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536" name="Google Shape;536;p11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11"/>
          <p:cNvSpPr txBox="1"/>
          <p:nvPr>
            <p:ph idx="1" type="subTitle"/>
          </p:nvPr>
        </p:nvSpPr>
        <p:spPr>
          <a:xfrm>
            <a:off x="1977340" y="3079463"/>
            <a:ext cx="51894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72" name="Google Shape;572;p11"/>
          <p:cNvSpPr txBox="1"/>
          <p:nvPr>
            <p:ph hasCustomPrompt="1" type="title"/>
          </p:nvPr>
        </p:nvSpPr>
        <p:spPr>
          <a:xfrm rot="288">
            <a:off x="991350" y="1547738"/>
            <a:ext cx="71613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573" name="Google Shape;573;p11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574" name="Google Shape;574;p11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75" name="Google Shape;575;p11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6" name="Google Shape;576;p11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77" name="Google Shape;577;p11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578" name="Google Shape;578;p11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1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0" name="Google Shape;580;p11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581" name="Google Shape;581;p1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3" name="Google Shape;583;p11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584" name="Google Shape;584;p11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85" name="Google Shape;585;p11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86" name="Google Shape;586;p11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87" name="Google Shape;587;p11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588" name="Google Shape;588;p11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1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1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1" name="Google Shape;591;p11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592" name="Google Shape;592;p1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13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597" name="Google Shape;597;p13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3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3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3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3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3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3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3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3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3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3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3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3"/>
          <p:cNvSpPr txBox="1"/>
          <p:nvPr>
            <p:ph hasCustomPrompt="1" type="title"/>
          </p:nvPr>
        </p:nvSpPr>
        <p:spPr>
          <a:xfrm rot="1973">
            <a:off x="13656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3" name="Google Shape;633;p13"/>
          <p:cNvSpPr txBox="1"/>
          <p:nvPr>
            <p:ph idx="2" type="title"/>
          </p:nvPr>
        </p:nvSpPr>
        <p:spPr>
          <a:xfrm>
            <a:off x="7200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4" name="Google Shape;634;p13"/>
          <p:cNvSpPr txBox="1"/>
          <p:nvPr>
            <p:ph idx="1" type="subTitle"/>
          </p:nvPr>
        </p:nvSpPr>
        <p:spPr>
          <a:xfrm>
            <a:off x="720000" y="22863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3"/>
          <p:cNvSpPr txBox="1"/>
          <p:nvPr>
            <p:ph hasCustomPrompt="1" idx="3" type="title"/>
          </p:nvPr>
        </p:nvSpPr>
        <p:spPr>
          <a:xfrm rot="1973">
            <a:off x="13656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idx="4" type="title"/>
          </p:nvPr>
        </p:nvSpPr>
        <p:spPr>
          <a:xfrm>
            <a:off x="7200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7" name="Google Shape;637;p13"/>
          <p:cNvSpPr txBox="1"/>
          <p:nvPr>
            <p:ph idx="5" type="subTitle"/>
          </p:nvPr>
        </p:nvSpPr>
        <p:spPr>
          <a:xfrm>
            <a:off x="720000" y="39246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13"/>
          <p:cNvSpPr txBox="1"/>
          <p:nvPr>
            <p:ph hasCustomPrompt="1" idx="6" type="title"/>
          </p:nvPr>
        </p:nvSpPr>
        <p:spPr>
          <a:xfrm rot="1973">
            <a:off x="40494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9" name="Google Shape;639;p13"/>
          <p:cNvSpPr txBox="1"/>
          <p:nvPr>
            <p:ph idx="7" type="title"/>
          </p:nvPr>
        </p:nvSpPr>
        <p:spPr>
          <a:xfrm>
            <a:off x="34038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0" name="Google Shape;640;p13"/>
          <p:cNvSpPr txBox="1"/>
          <p:nvPr>
            <p:ph idx="8" type="subTitle"/>
          </p:nvPr>
        </p:nvSpPr>
        <p:spPr>
          <a:xfrm>
            <a:off x="3403800" y="22863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13"/>
          <p:cNvSpPr txBox="1"/>
          <p:nvPr>
            <p:ph hasCustomPrompt="1" idx="9" type="title"/>
          </p:nvPr>
        </p:nvSpPr>
        <p:spPr>
          <a:xfrm rot="1973">
            <a:off x="40494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2" name="Google Shape;642;p13"/>
          <p:cNvSpPr txBox="1"/>
          <p:nvPr>
            <p:ph idx="13" type="title"/>
          </p:nvPr>
        </p:nvSpPr>
        <p:spPr>
          <a:xfrm>
            <a:off x="34038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3" name="Google Shape;643;p13"/>
          <p:cNvSpPr txBox="1"/>
          <p:nvPr>
            <p:ph idx="14" type="subTitle"/>
          </p:nvPr>
        </p:nvSpPr>
        <p:spPr>
          <a:xfrm>
            <a:off x="3403800" y="39246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13"/>
          <p:cNvSpPr txBox="1"/>
          <p:nvPr>
            <p:ph hasCustomPrompt="1" idx="15" type="title"/>
          </p:nvPr>
        </p:nvSpPr>
        <p:spPr>
          <a:xfrm rot="1973">
            <a:off x="67332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5" name="Google Shape;645;p13"/>
          <p:cNvSpPr txBox="1"/>
          <p:nvPr>
            <p:ph idx="16" type="title"/>
          </p:nvPr>
        </p:nvSpPr>
        <p:spPr>
          <a:xfrm>
            <a:off x="60876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6" name="Google Shape;646;p13"/>
          <p:cNvSpPr txBox="1"/>
          <p:nvPr>
            <p:ph idx="17" type="subTitle"/>
          </p:nvPr>
        </p:nvSpPr>
        <p:spPr>
          <a:xfrm>
            <a:off x="6087600" y="22863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13"/>
          <p:cNvSpPr txBox="1"/>
          <p:nvPr>
            <p:ph hasCustomPrompt="1" idx="18" type="title"/>
          </p:nvPr>
        </p:nvSpPr>
        <p:spPr>
          <a:xfrm rot="1973">
            <a:off x="67332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8" name="Google Shape;648;p13"/>
          <p:cNvSpPr txBox="1"/>
          <p:nvPr>
            <p:ph idx="19" type="title"/>
          </p:nvPr>
        </p:nvSpPr>
        <p:spPr>
          <a:xfrm>
            <a:off x="60876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9" name="Google Shape;649;p13"/>
          <p:cNvSpPr txBox="1"/>
          <p:nvPr>
            <p:ph idx="20" type="subTitle"/>
          </p:nvPr>
        </p:nvSpPr>
        <p:spPr>
          <a:xfrm>
            <a:off x="6087600" y="39246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13"/>
          <p:cNvSpPr txBox="1"/>
          <p:nvPr>
            <p:ph idx="21" type="title"/>
          </p:nvPr>
        </p:nvSpPr>
        <p:spPr>
          <a:xfrm>
            <a:off x="720000" y="558473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51" name="Google Shape;651;p13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652" name="Google Shape;652;p13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53" name="Google Shape;653;p13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4" name="Google Shape;654;p13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55" name="Google Shape;655;p13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656" name="Google Shape;656;p13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3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659" name="Google Shape;659;p1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1" name="Google Shape;661;p13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662" name="Google Shape;662;p13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63" name="Google Shape;663;p13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4" name="Google Shape;664;p13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65" name="Google Shape;665;p13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666" name="Google Shape;666;p13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9" name="Google Shape;669;p13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670" name="Google Shape;670;p1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14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674" name="Google Shape;674;p14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4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4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4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4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4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4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4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4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4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4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4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4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14"/>
          <p:cNvSpPr txBox="1"/>
          <p:nvPr>
            <p:ph type="title"/>
          </p:nvPr>
        </p:nvSpPr>
        <p:spPr>
          <a:xfrm rot="-842">
            <a:off x="2121450" y="3086120"/>
            <a:ext cx="4901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10" name="Google Shape;710;p14"/>
          <p:cNvSpPr txBox="1"/>
          <p:nvPr>
            <p:ph idx="1" type="subTitle"/>
          </p:nvPr>
        </p:nvSpPr>
        <p:spPr>
          <a:xfrm>
            <a:off x="1298100" y="1628625"/>
            <a:ext cx="6547800" cy="14412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1" name="Google Shape;711;p14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712" name="Google Shape;712;p14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13" name="Google Shape;713;p14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4" name="Google Shape;714;p14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15" name="Google Shape;715;p14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716" name="Google Shape;716;p14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14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719" name="Google Shape;719;p1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14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722" name="Google Shape;722;p14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23" name="Google Shape;723;p14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4" name="Google Shape;724;p14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25" name="Google Shape;725;p14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726" name="Google Shape;726;p14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4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4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9" name="Google Shape;729;p14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730" name="Google Shape;730;p1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3" name="Google Shape;733;p15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734" name="Google Shape;734;p15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5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5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5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5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5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5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5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5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5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5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5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5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5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5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5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5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5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5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5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5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9" name="Google Shape;769;p15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0" name="Google Shape;770;p15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771" name="Google Shape;771;p15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72" name="Google Shape;772;p15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73" name="Google Shape;773;p15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74" name="Google Shape;774;p15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775" name="Google Shape;775;p15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15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15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778" name="Google Shape;778;p1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1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0" name="Google Shape;780;p15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781" name="Google Shape;781;p15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82" name="Google Shape;782;p15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83" name="Google Shape;783;p15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784" name="Google Shape;784;p15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785" name="Google Shape;785;p15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5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5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8" name="Google Shape;788;p15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789" name="Google Shape;789;p1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16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793" name="Google Shape;793;p16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8" name="Google Shape;828;p16"/>
          <p:cNvSpPr txBox="1"/>
          <p:nvPr>
            <p:ph hasCustomPrompt="1" type="title"/>
          </p:nvPr>
        </p:nvSpPr>
        <p:spPr>
          <a:xfrm>
            <a:off x="72000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29" name="Google Shape;829;p16"/>
          <p:cNvSpPr txBox="1"/>
          <p:nvPr>
            <p:ph idx="1" type="subTitle"/>
          </p:nvPr>
        </p:nvSpPr>
        <p:spPr>
          <a:xfrm rot="237">
            <a:off x="720000" y="3340875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16"/>
          <p:cNvSpPr txBox="1"/>
          <p:nvPr>
            <p:ph idx="2" type="title"/>
          </p:nvPr>
        </p:nvSpPr>
        <p:spPr>
          <a:xfrm>
            <a:off x="720000" y="2789701"/>
            <a:ext cx="4360200" cy="62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831" name="Google Shape;831;p16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832" name="Google Shape;832;p16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33" name="Google Shape;833;p16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4" name="Google Shape;834;p16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35" name="Google Shape;835;p16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836" name="Google Shape;836;p16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16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839" name="Google Shape;839;p1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1" name="Google Shape;841;p16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842" name="Google Shape;842;p16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43" name="Google Shape;843;p16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4" name="Google Shape;844;p16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45" name="Google Shape;845;p16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846" name="Google Shape;846;p16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9" name="Google Shape;849;p16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850" name="Google Shape;850;p1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3" name="Google Shape;853;p17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854" name="Google Shape;854;p17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7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9" name="Google Shape;889;p17"/>
          <p:cNvSpPr txBox="1"/>
          <p:nvPr>
            <p:ph hasCustomPrompt="1" type="title"/>
          </p:nvPr>
        </p:nvSpPr>
        <p:spPr>
          <a:xfrm>
            <a:off x="687390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0" name="Google Shape;890;p17"/>
          <p:cNvSpPr txBox="1"/>
          <p:nvPr>
            <p:ph idx="1" type="subTitle"/>
          </p:nvPr>
        </p:nvSpPr>
        <p:spPr>
          <a:xfrm rot="237">
            <a:off x="4026487" y="336196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1" name="Google Shape;891;p17"/>
          <p:cNvSpPr txBox="1"/>
          <p:nvPr>
            <p:ph idx="2" type="title"/>
          </p:nvPr>
        </p:nvSpPr>
        <p:spPr>
          <a:xfrm>
            <a:off x="4026488" y="2520000"/>
            <a:ext cx="43602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892" name="Google Shape;892;p17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893" name="Google Shape;893;p17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94" name="Google Shape;894;p17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95" name="Google Shape;895;p17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96" name="Google Shape;896;p17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897" name="Google Shape;897;p17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7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9" name="Google Shape;899;p17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900" name="Google Shape;900;p1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2" name="Google Shape;902;p17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903" name="Google Shape;903;p17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04" name="Google Shape;904;p17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5" name="Google Shape;905;p17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06" name="Google Shape;906;p17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907" name="Google Shape;907;p17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7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7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0" name="Google Shape;910;p17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911" name="Google Shape;911;p1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4" name="Google Shape;914;p18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915" name="Google Shape;915;p18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18"/>
          <p:cNvSpPr txBox="1"/>
          <p:nvPr>
            <p:ph idx="1" type="subTitle"/>
          </p:nvPr>
        </p:nvSpPr>
        <p:spPr>
          <a:xfrm rot="213">
            <a:off x="2145900" y="3067350"/>
            <a:ext cx="48522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1" name="Google Shape;951;p18"/>
          <p:cNvSpPr txBox="1"/>
          <p:nvPr>
            <p:ph type="title"/>
          </p:nvPr>
        </p:nvSpPr>
        <p:spPr>
          <a:xfrm>
            <a:off x="1200150" y="1422700"/>
            <a:ext cx="6743700" cy="164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52" name="Google Shape;952;p18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953" name="Google Shape;953;p18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54" name="Google Shape;954;p18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55" name="Google Shape;955;p18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56" name="Google Shape;956;p18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957" name="Google Shape;957;p18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8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9" name="Google Shape;959;p18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960" name="Google Shape;960;p1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2" name="Google Shape;962;p18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963" name="Google Shape;963;p18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64" name="Google Shape;964;p18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5" name="Google Shape;965;p18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966" name="Google Shape;966;p18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967" name="Google Shape;967;p18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8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8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0" name="Google Shape;970;p18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971" name="Google Shape;971;p1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2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19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975" name="Google Shape;975;p19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0" name="Google Shape;1010;p19"/>
          <p:cNvSpPr txBox="1"/>
          <p:nvPr>
            <p:ph idx="1" type="subTitle"/>
          </p:nvPr>
        </p:nvSpPr>
        <p:spPr>
          <a:xfrm>
            <a:off x="808500" y="2344975"/>
            <a:ext cx="37611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1" name="Google Shape;1011;p19"/>
          <p:cNvSpPr txBox="1"/>
          <p:nvPr>
            <p:ph type="title"/>
          </p:nvPr>
        </p:nvSpPr>
        <p:spPr>
          <a:xfrm>
            <a:off x="808500" y="1462100"/>
            <a:ext cx="37635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12" name="Google Shape;1012;p19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013" name="Google Shape;1013;p19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14" name="Google Shape;1014;p19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15" name="Google Shape;1015;p19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16" name="Google Shape;1016;p19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017" name="Google Shape;1017;p19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9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9" name="Google Shape;1019;p19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020" name="Google Shape;1020;p1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2" name="Google Shape;1022;p19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023" name="Google Shape;1023;p19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24" name="Google Shape;1024;p19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25" name="Google Shape;1025;p19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26" name="Google Shape;1026;p19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027" name="Google Shape;1027;p19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19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19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0" name="Google Shape;1030;p19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031" name="Google Shape;1031;p1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2_2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" name="Google Shape;1034;p20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035" name="Google Shape;1035;p20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0" name="Google Shape;1070;p20"/>
          <p:cNvSpPr txBox="1"/>
          <p:nvPr>
            <p:ph idx="1" type="subTitle"/>
          </p:nvPr>
        </p:nvSpPr>
        <p:spPr>
          <a:xfrm>
            <a:off x="4761459" y="2344975"/>
            <a:ext cx="34731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1" name="Google Shape;1071;p20"/>
          <p:cNvSpPr txBox="1"/>
          <p:nvPr>
            <p:ph type="title"/>
          </p:nvPr>
        </p:nvSpPr>
        <p:spPr>
          <a:xfrm>
            <a:off x="4572009" y="1462100"/>
            <a:ext cx="38520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72" name="Google Shape;1072;p20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073" name="Google Shape;1073;p20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74" name="Google Shape;1074;p20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75" name="Google Shape;1075;p20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76" name="Google Shape;1076;p20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077" name="Google Shape;1077;p20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0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9" name="Google Shape;1079;p20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080" name="Google Shape;1080;p2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2" name="Google Shape;1082;p20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083" name="Google Shape;1083;p20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84" name="Google Shape;1084;p20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85" name="Google Shape;1085;p20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086" name="Google Shape;1086;p20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087" name="Google Shape;1087;p20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0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0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0" name="Google Shape;1090;p20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091" name="Google Shape;1091;p2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_2_1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4" name="Google Shape;1094;p21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095" name="Google Shape;1095;p21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0" name="Google Shape;1130;p21"/>
          <p:cNvSpPr txBox="1"/>
          <p:nvPr>
            <p:ph idx="1" type="subTitle"/>
          </p:nvPr>
        </p:nvSpPr>
        <p:spPr>
          <a:xfrm>
            <a:off x="4776625" y="2964425"/>
            <a:ext cx="2782800" cy="10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" name="Google Shape;1131;p21"/>
          <p:cNvSpPr txBox="1"/>
          <p:nvPr>
            <p:ph type="title"/>
          </p:nvPr>
        </p:nvSpPr>
        <p:spPr>
          <a:xfrm>
            <a:off x="4776625" y="1033625"/>
            <a:ext cx="36906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32" name="Google Shape;1132;p21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133" name="Google Shape;1133;p21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34" name="Google Shape;1134;p21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5" name="Google Shape;1135;p21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36" name="Google Shape;1136;p21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137" name="Google Shape;1137;p21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9" name="Google Shape;1139;p21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140" name="Google Shape;1140;p2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2" name="Google Shape;1142;p21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143" name="Google Shape;1143;p21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44" name="Google Shape;1144;p21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5" name="Google Shape;1145;p21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46" name="Google Shape;1146;p21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147" name="Google Shape;1147;p21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0" name="Google Shape;1150;p21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151" name="Google Shape;1151;p21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1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4" name="Google Shape;1154;p22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155" name="Google Shape;1155;p22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2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2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2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2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2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2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2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2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2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2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2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2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2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2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2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2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2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2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2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2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2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2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2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2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2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2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2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22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2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2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2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2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2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0" name="Google Shape;1190;p22"/>
          <p:cNvSpPr txBox="1"/>
          <p:nvPr>
            <p:ph idx="1" type="body"/>
          </p:nvPr>
        </p:nvSpPr>
        <p:spPr>
          <a:xfrm>
            <a:off x="720000" y="1403100"/>
            <a:ext cx="3753300" cy="29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1" name="Google Shape;1191;p22"/>
          <p:cNvSpPr txBox="1"/>
          <p:nvPr>
            <p:ph idx="2" type="body"/>
          </p:nvPr>
        </p:nvSpPr>
        <p:spPr>
          <a:xfrm>
            <a:off x="4670700" y="2148750"/>
            <a:ext cx="37533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2" name="Google Shape;1192;p22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93" name="Google Shape;1193;p22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194" name="Google Shape;1194;p22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95" name="Google Shape;1195;p22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96" name="Google Shape;1196;p22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197" name="Google Shape;1197;p22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0" name="Google Shape;1200;p22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201" name="Google Shape;1201;p22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3" name="Google Shape;1203;p22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204" name="Google Shape;1204;p22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05" name="Google Shape;1205;p22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06" name="Google Shape;1206;p22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07" name="Google Shape;1207;p22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208" name="Google Shape;1208;p22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1" name="Google Shape;1211;p22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212" name="Google Shape;1212;p22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5" name="Google Shape;1215;p23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216" name="Google Shape;1216;p23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3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3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3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3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3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3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3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3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3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3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3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3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3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3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3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3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3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3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3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3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3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3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3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3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3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3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3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3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3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1" name="Google Shape;1251;p23"/>
          <p:cNvSpPr txBox="1"/>
          <p:nvPr>
            <p:ph type="title"/>
          </p:nvPr>
        </p:nvSpPr>
        <p:spPr>
          <a:xfrm>
            <a:off x="808945" y="2523119"/>
            <a:ext cx="239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2" name="Google Shape;1252;p23"/>
          <p:cNvSpPr txBox="1"/>
          <p:nvPr>
            <p:ph idx="1" type="subTitle"/>
          </p:nvPr>
        </p:nvSpPr>
        <p:spPr>
          <a:xfrm>
            <a:off x="808495" y="2902148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3" name="Google Shape;1253;p23"/>
          <p:cNvSpPr txBox="1"/>
          <p:nvPr>
            <p:ph idx="2" type="title"/>
          </p:nvPr>
        </p:nvSpPr>
        <p:spPr>
          <a:xfrm>
            <a:off x="3374550" y="2523119"/>
            <a:ext cx="2394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4" name="Google Shape;1254;p23"/>
          <p:cNvSpPr txBox="1"/>
          <p:nvPr>
            <p:ph idx="3" type="subTitle"/>
          </p:nvPr>
        </p:nvSpPr>
        <p:spPr>
          <a:xfrm>
            <a:off x="3374100" y="2902136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5" name="Google Shape;1255;p23"/>
          <p:cNvSpPr txBox="1"/>
          <p:nvPr>
            <p:ph idx="4" type="title"/>
          </p:nvPr>
        </p:nvSpPr>
        <p:spPr>
          <a:xfrm>
            <a:off x="5939705" y="2523119"/>
            <a:ext cx="2395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56" name="Google Shape;1256;p23"/>
          <p:cNvSpPr txBox="1"/>
          <p:nvPr>
            <p:ph idx="5" type="subTitle"/>
          </p:nvPr>
        </p:nvSpPr>
        <p:spPr>
          <a:xfrm>
            <a:off x="5939705" y="2902142"/>
            <a:ext cx="23958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7" name="Google Shape;1257;p23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58" name="Google Shape;1258;p23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259" name="Google Shape;1259;p23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60" name="Google Shape;1260;p23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61" name="Google Shape;1261;p23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62" name="Google Shape;1262;p23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263" name="Google Shape;1263;p23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5" name="Google Shape;1265;p23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266" name="Google Shape;1266;p2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68" name="Google Shape;1268;p23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269" name="Google Shape;1269;p23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70" name="Google Shape;1270;p23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71" name="Google Shape;1271;p23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72" name="Google Shape;1272;p23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273" name="Google Shape;1273;p23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6" name="Google Shape;1276;p23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277" name="Google Shape;1277;p23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23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0" name="Google Shape;1280;p24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281" name="Google Shape;1281;p24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4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4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4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4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4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4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4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4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4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4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4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4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4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4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4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4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4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4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4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4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4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4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4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6" name="Google Shape;1316;p24"/>
          <p:cNvSpPr txBox="1"/>
          <p:nvPr>
            <p:ph type="title"/>
          </p:nvPr>
        </p:nvSpPr>
        <p:spPr>
          <a:xfrm>
            <a:off x="1265918" y="1579775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7" name="Google Shape;1317;p24"/>
          <p:cNvSpPr txBox="1"/>
          <p:nvPr>
            <p:ph idx="1" type="subTitle"/>
          </p:nvPr>
        </p:nvSpPr>
        <p:spPr>
          <a:xfrm>
            <a:off x="1265918" y="1879475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8" name="Google Shape;1318;p24"/>
          <p:cNvSpPr txBox="1"/>
          <p:nvPr>
            <p:ph idx="2" type="title"/>
          </p:nvPr>
        </p:nvSpPr>
        <p:spPr>
          <a:xfrm>
            <a:off x="5225430" y="1578425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9" name="Google Shape;1319;p24"/>
          <p:cNvSpPr txBox="1"/>
          <p:nvPr>
            <p:ph idx="3" type="subTitle"/>
          </p:nvPr>
        </p:nvSpPr>
        <p:spPr>
          <a:xfrm>
            <a:off x="5225429" y="1878125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0" name="Google Shape;1320;p24"/>
          <p:cNvSpPr txBox="1"/>
          <p:nvPr>
            <p:ph idx="4" type="title"/>
          </p:nvPr>
        </p:nvSpPr>
        <p:spPr>
          <a:xfrm>
            <a:off x="1265890" y="3294250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21" name="Google Shape;1321;p24"/>
          <p:cNvSpPr txBox="1"/>
          <p:nvPr>
            <p:ph idx="5" type="subTitle"/>
          </p:nvPr>
        </p:nvSpPr>
        <p:spPr>
          <a:xfrm>
            <a:off x="1265918" y="3594000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2" name="Google Shape;1322;p24"/>
          <p:cNvSpPr txBox="1"/>
          <p:nvPr>
            <p:ph idx="6" type="title"/>
          </p:nvPr>
        </p:nvSpPr>
        <p:spPr>
          <a:xfrm>
            <a:off x="5225426" y="3294250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23" name="Google Shape;1323;p24"/>
          <p:cNvSpPr txBox="1"/>
          <p:nvPr>
            <p:ph idx="7" type="subTitle"/>
          </p:nvPr>
        </p:nvSpPr>
        <p:spPr>
          <a:xfrm>
            <a:off x="5225429" y="3594000"/>
            <a:ext cx="31758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4" name="Google Shape;1324;p24"/>
          <p:cNvSpPr txBox="1"/>
          <p:nvPr>
            <p:ph idx="8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25" name="Google Shape;1325;p24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326" name="Google Shape;1326;p24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27" name="Google Shape;1327;p24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8" name="Google Shape;1328;p24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29" name="Google Shape;1329;p24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330" name="Google Shape;1330;p24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2" name="Google Shape;1332;p24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333" name="Google Shape;1333;p2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35" name="Google Shape;1335;p24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336" name="Google Shape;1336;p24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37" name="Google Shape;1337;p24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8" name="Google Shape;1338;p24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39" name="Google Shape;1339;p24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340" name="Google Shape;1340;p24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24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24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3" name="Google Shape;1343;p24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344" name="Google Shape;1344;p24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4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p25"/>
          <p:cNvGrpSpPr/>
          <p:nvPr/>
        </p:nvGrpSpPr>
        <p:grpSpPr>
          <a:xfrm>
            <a:off x="-63" y="0"/>
            <a:ext cx="9144183" cy="5413256"/>
            <a:chOff x="1619453" y="1201199"/>
            <a:chExt cx="3959892" cy="2344213"/>
          </a:xfrm>
        </p:grpSpPr>
        <p:sp>
          <p:nvSpPr>
            <p:cNvPr id="1348" name="Google Shape;1348;p25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5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5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5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5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5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5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5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5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5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5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5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5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5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5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5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5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5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5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5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5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5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5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5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3" name="Google Shape;1383;p25"/>
          <p:cNvSpPr txBox="1"/>
          <p:nvPr>
            <p:ph type="title"/>
          </p:nvPr>
        </p:nvSpPr>
        <p:spPr>
          <a:xfrm>
            <a:off x="720000" y="1895525"/>
            <a:ext cx="2508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4" name="Google Shape;1384;p25"/>
          <p:cNvSpPr txBox="1"/>
          <p:nvPr>
            <p:ph idx="1" type="subTitle"/>
          </p:nvPr>
        </p:nvSpPr>
        <p:spPr>
          <a:xfrm>
            <a:off x="720000" y="2178282"/>
            <a:ext cx="2508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5" name="Google Shape;1385;p25"/>
          <p:cNvSpPr txBox="1"/>
          <p:nvPr>
            <p:ph idx="2" type="title"/>
          </p:nvPr>
        </p:nvSpPr>
        <p:spPr>
          <a:xfrm>
            <a:off x="3317725" y="1895531"/>
            <a:ext cx="2508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6" name="Google Shape;1386;p25"/>
          <p:cNvSpPr txBox="1"/>
          <p:nvPr>
            <p:ph idx="3" type="subTitle"/>
          </p:nvPr>
        </p:nvSpPr>
        <p:spPr>
          <a:xfrm>
            <a:off x="3317725" y="2178288"/>
            <a:ext cx="2508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7" name="Google Shape;1387;p25"/>
          <p:cNvSpPr txBox="1"/>
          <p:nvPr>
            <p:ph idx="4" type="title"/>
          </p:nvPr>
        </p:nvSpPr>
        <p:spPr>
          <a:xfrm>
            <a:off x="720000" y="3598748"/>
            <a:ext cx="2508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88" name="Google Shape;1388;p25"/>
          <p:cNvSpPr txBox="1"/>
          <p:nvPr>
            <p:ph idx="5" type="subTitle"/>
          </p:nvPr>
        </p:nvSpPr>
        <p:spPr>
          <a:xfrm>
            <a:off x="720000" y="3883112"/>
            <a:ext cx="2508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9" name="Google Shape;1389;p25"/>
          <p:cNvSpPr txBox="1"/>
          <p:nvPr>
            <p:ph idx="6" type="title"/>
          </p:nvPr>
        </p:nvSpPr>
        <p:spPr>
          <a:xfrm>
            <a:off x="3319225" y="3598748"/>
            <a:ext cx="2505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0" name="Google Shape;1390;p25"/>
          <p:cNvSpPr txBox="1"/>
          <p:nvPr>
            <p:ph idx="7" type="subTitle"/>
          </p:nvPr>
        </p:nvSpPr>
        <p:spPr>
          <a:xfrm>
            <a:off x="3319225" y="3883114"/>
            <a:ext cx="2505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1" name="Google Shape;1391;p25"/>
          <p:cNvSpPr txBox="1"/>
          <p:nvPr>
            <p:ph idx="8" type="title"/>
          </p:nvPr>
        </p:nvSpPr>
        <p:spPr>
          <a:xfrm>
            <a:off x="5915449" y="1895531"/>
            <a:ext cx="2505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2" name="Google Shape;1392;p25"/>
          <p:cNvSpPr txBox="1"/>
          <p:nvPr>
            <p:ph idx="9" type="subTitle"/>
          </p:nvPr>
        </p:nvSpPr>
        <p:spPr>
          <a:xfrm>
            <a:off x="5915449" y="2178288"/>
            <a:ext cx="2505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3" name="Google Shape;1393;p25"/>
          <p:cNvSpPr txBox="1"/>
          <p:nvPr>
            <p:ph idx="13" type="title"/>
          </p:nvPr>
        </p:nvSpPr>
        <p:spPr>
          <a:xfrm>
            <a:off x="5915449" y="3598748"/>
            <a:ext cx="25056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4" name="Google Shape;1394;p25"/>
          <p:cNvSpPr txBox="1"/>
          <p:nvPr>
            <p:ph idx="14" type="subTitle"/>
          </p:nvPr>
        </p:nvSpPr>
        <p:spPr>
          <a:xfrm>
            <a:off x="5915449" y="3883114"/>
            <a:ext cx="25056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25"/>
          <p:cNvSpPr txBox="1"/>
          <p:nvPr>
            <p:ph idx="15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96" name="Google Shape;1396;p25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397" name="Google Shape;1397;p25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98" name="Google Shape;1398;p25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99" name="Google Shape;1399;p25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00" name="Google Shape;1400;p25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401" name="Google Shape;1401;p25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25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3" name="Google Shape;1403;p25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404" name="Google Shape;1404;p2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06" name="Google Shape;1406;p25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407" name="Google Shape;1407;p25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08" name="Google Shape;1408;p25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09" name="Google Shape;1409;p25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10" name="Google Shape;1410;p25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411" name="Google Shape;1411;p25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5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5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4" name="Google Shape;1414;p25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415" name="Google Shape;1415;p25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5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8" name="Google Shape;1418;p26"/>
          <p:cNvGrpSpPr/>
          <p:nvPr/>
        </p:nvGrpSpPr>
        <p:grpSpPr>
          <a:xfrm>
            <a:off x="-63" y="0"/>
            <a:ext cx="9144183" cy="5413256"/>
            <a:chOff x="1619453" y="1201199"/>
            <a:chExt cx="3959892" cy="2344213"/>
          </a:xfrm>
        </p:grpSpPr>
        <p:sp>
          <p:nvSpPr>
            <p:cNvPr id="1419" name="Google Shape;1419;p26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6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6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6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6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6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6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6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6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6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6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6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6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6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6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6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6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6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6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6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6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6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6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6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6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6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4" name="Google Shape;1454;p26"/>
          <p:cNvSpPr txBox="1"/>
          <p:nvPr>
            <p:ph type="title"/>
          </p:nvPr>
        </p:nvSpPr>
        <p:spPr>
          <a:xfrm>
            <a:off x="720000" y="1960475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5" name="Google Shape;1455;p26"/>
          <p:cNvSpPr txBox="1"/>
          <p:nvPr>
            <p:ph idx="1" type="subTitle"/>
          </p:nvPr>
        </p:nvSpPr>
        <p:spPr>
          <a:xfrm>
            <a:off x="720000" y="22544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6" name="Google Shape;1456;p26"/>
          <p:cNvSpPr txBox="1"/>
          <p:nvPr>
            <p:ph idx="2" type="title"/>
          </p:nvPr>
        </p:nvSpPr>
        <p:spPr>
          <a:xfrm>
            <a:off x="3419875" y="1960475"/>
            <a:ext cx="2304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7" name="Google Shape;1457;p26"/>
          <p:cNvSpPr txBox="1"/>
          <p:nvPr>
            <p:ph idx="3" type="subTitle"/>
          </p:nvPr>
        </p:nvSpPr>
        <p:spPr>
          <a:xfrm>
            <a:off x="3419875" y="2254475"/>
            <a:ext cx="230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8" name="Google Shape;1458;p26"/>
          <p:cNvSpPr txBox="1"/>
          <p:nvPr>
            <p:ph idx="4" type="title"/>
          </p:nvPr>
        </p:nvSpPr>
        <p:spPr>
          <a:xfrm>
            <a:off x="2069937" y="3674950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9" name="Google Shape;1459;p26"/>
          <p:cNvSpPr txBox="1"/>
          <p:nvPr>
            <p:ph idx="5" type="subTitle"/>
          </p:nvPr>
        </p:nvSpPr>
        <p:spPr>
          <a:xfrm>
            <a:off x="2069937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0" name="Google Shape;1460;p26"/>
          <p:cNvSpPr txBox="1"/>
          <p:nvPr>
            <p:ph idx="6" type="title"/>
          </p:nvPr>
        </p:nvSpPr>
        <p:spPr>
          <a:xfrm>
            <a:off x="4768612" y="3674950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1" name="Google Shape;1461;p26"/>
          <p:cNvSpPr txBox="1"/>
          <p:nvPr>
            <p:ph idx="7" type="subTitle"/>
          </p:nvPr>
        </p:nvSpPr>
        <p:spPr>
          <a:xfrm>
            <a:off x="4768612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2" name="Google Shape;1462;p26"/>
          <p:cNvSpPr txBox="1"/>
          <p:nvPr>
            <p:ph idx="8" type="title"/>
          </p:nvPr>
        </p:nvSpPr>
        <p:spPr>
          <a:xfrm>
            <a:off x="6118549" y="1960475"/>
            <a:ext cx="230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3" name="Google Shape;1463;p26"/>
          <p:cNvSpPr txBox="1"/>
          <p:nvPr>
            <p:ph idx="9" type="subTitle"/>
          </p:nvPr>
        </p:nvSpPr>
        <p:spPr>
          <a:xfrm>
            <a:off x="6118549" y="2254475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64" name="Google Shape;1464;p26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465" name="Google Shape;1465;p26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66" name="Google Shape;1466;p26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67" name="Google Shape;1467;p26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68" name="Google Shape;1468;p26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469" name="Google Shape;1469;p26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71" name="Google Shape;1471;p26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472" name="Google Shape;1472;p2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4" name="Google Shape;1474;p26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475" name="Google Shape;1475;p26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6" name="Google Shape;1476;p26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77" name="Google Shape;1477;p26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78" name="Google Shape;1478;p26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479" name="Google Shape;1479;p26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2" name="Google Shape;1482;p26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483" name="Google Shape;1483;p26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85" name="Google Shape;1485;p26"/>
          <p:cNvSpPr txBox="1"/>
          <p:nvPr>
            <p:ph idx="13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7" name="Google Shape;1487;p27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488" name="Google Shape;1488;p27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7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7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7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7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7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7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7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7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7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7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7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7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7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7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7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7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7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7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7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7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7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7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3" name="Google Shape;1523;p27"/>
          <p:cNvSpPr txBox="1"/>
          <p:nvPr>
            <p:ph hasCustomPrompt="1" type="title"/>
          </p:nvPr>
        </p:nvSpPr>
        <p:spPr>
          <a:xfrm rot="-337">
            <a:off x="5181126" y="808550"/>
            <a:ext cx="3056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4" name="Google Shape;1524;p27"/>
          <p:cNvSpPr txBox="1"/>
          <p:nvPr>
            <p:ph idx="1" type="subTitle"/>
          </p:nvPr>
        </p:nvSpPr>
        <p:spPr>
          <a:xfrm>
            <a:off x="5181108" y="1956799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5" name="Google Shape;1525;p27"/>
          <p:cNvSpPr txBox="1"/>
          <p:nvPr>
            <p:ph hasCustomPrompt="1" idx="2" type="title"/>
          </p:nvPr>
        </p:nvSpPr>
        <p:spPr>
          <a:xfrm>
            <a:off x="5181126" y="2795908"/>
            <a:ext cx="30567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6" name="Google Shape;1526;p27"/>
          <p:cNvSpPr txBox="1"/>
          <p:nvPr>
            <p:ph idx="3" type="subTitle"/>
          </p:nvPr>
        </p:nvSpPr>
        <p:spPr>
          <a:xfrm>
            <a:off x="5181108" y="3944200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p27"/>
          <p:cNvSpPr txBox="1"/>
          <p:nvPr>
            <p:ph hasCustomPrompt="1" idx="4" type="title"/>
          </p:nvPr>
        </p:nvSpPr>
        <p:spPr>
          <a:xfrm rot="-337">
            <a:off x="906193" y="808550"/>
            <a:ext cx="3056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28" name="Google Shape;1528;p27"/>
          <p:cNvSpPr txBox="1"/>
          <p:nvPr>
            <p:ph idx="5" type="subTitle"/>
          </p:nvPr>
        </p:nvSpPr>
        <p:spPr>
          <a:xfrm>
            <a:off x="906175" y="1956799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p27"/>
          <p:cNvSpPr txBox="1"/>
          <p:nvPr>
            <p:ph hasCustomPrompt="1" idx="6" type="title"/>
          </p:nvPr>
        </p:nvSpPr>
        <p:spPr>
          <a:xfrm>
            <a:off x="906194" y="2795908"/>
            <a:ext cx="30567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30" name="Google Shape;1530;p27"/>
          <p:cNvSpPr txBox="1"/>
          <p:nvPr>
            <p:ph idx="7" type="subTitle"/>
          </p:nvPr>
        </p:nvSpPr>
        <p:spPr>
          <a:xfrm>
            <a:off x="906175" y="3944200"/>
            <a:ext cx="305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1" name="Google Shape;1531;p27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532" name="Google Shape;1532;p27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33" name="Google Shape;1533;p27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34" name="Google Shape;1534;p27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35" name="Google Shape;1535;p27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536" name="Google Shape;1536;p27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27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8" name="Google Shape;1538;p27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539" name="Google Shape;1539;p2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2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1" name="Google Shape;1541;p27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542" name="Google Shape;1542;p27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43" name="Google Shape;1543;p27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44" name="Google Shape;1544;p27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45" name="Google Shape;1545;p27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546" name="Google Shape;1546;p27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27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27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9" name="Google Shape;1549;p27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550" name="Google Shape;1550;p27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27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3" name="Google Shape;1553;p28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554" name="Google Shape;1554;p28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8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8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8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8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8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8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8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8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8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8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8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8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8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8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8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8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9" name="Google Shape;1589;p28"/>
          <p:cNvSpPr txBox="1"/>
          <p:nvPr>
            <p:ph idx="1" type="subTitle"/>
          </p:nvPr>
        </p:nvSpPr>
        <p:spPr>
          <a:xfrm>
            <a:off x="720000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28"/>
          <p:cNvSpPr txBox="1"/>
          <p:nvPr>
            <p:ph idx="2" type="subTitle"/>
          </p:nvPr>
        </p:nvSpPr>
        <p:spPr>
          <a:xfrm>
            <a:off x="6001800" y="3190250"/>
            <a:ext cx="24222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1" name="Google Shape;1591;p28"/>
          <p:cNvSpPr txBox="1"/>
          <p:nvPr>
            <p:ph hasCustomPrompt="1" type="title"/>
          </p:nvPr>
        </p:nvSpPr>
        <p:spPr>
          <a:xfrm>
            <a:off x="720021" y="1991175"/>
            <a:ext cx="242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92" name="Google Shape;1592;p28"/>
          <p:cNvSpPr txBox="1"/>
          <p:nvPr>
            <p:ph hasCustomPrompt="1" idx="3" type="title"/>
          </p:nvPr>
        </p:nvSpPr>
        <p:spPr>
          <a:xfrm>
            <a:off x="6001821" y="1991175"/>
            <a:ext cx="242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93" name="Google Shape;1593;p28"/>
          <p:cNvSpPr txBox="1"/>
          <p:nvPr>
            <p:ph idx="4" type="title"/>
          </p:nvPr>
        </p:nvSpPr>
        <p:spPr>
          <a:xfrm>
            <a:off x="720000" y="2896250"/>
            <a:ext cx="2422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4" name="Google Shape;1594;p28"/>
          <p:cNvSpPr txBox="1"/>
          <p:nvPr>
            <p:ph idx="5" type="title"/>
          </p:nvPr>
        </p:nvSpPr>
        <p:spPr>
          <a:xfrm>
            <a:off x="6001800" y="2896250"/>
            <a:ext cx="2422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5" name="Google Shape;1595;p28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96" name="Google Shape;1596;p28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597" name="Google Shape;1597;p28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98" name="Google Shape;1598;p28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99" name="Google Shape;1599;p28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00" name="Google Shape;1600;p28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601" name="Google Shape;1601;p28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28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3" name="Google Shape;1603;p28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604" name="Google Shape;1604;p2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2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06" name="Google Shape;1606;p28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607" name="Google Shape;1607;p28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08" name="Google Shape;1608;p28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09" name="Google Shape;1609;p28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10" name="Google Shape;1610;p28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611" name="Google Shape;1611;p28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28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8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28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615" name="Google Shape;1615;p28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8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29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619" name="Google Shape;1619;p29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9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9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9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9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9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9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9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9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9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9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9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9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9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9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9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4" name="Google Shape;1654;p29"/>
          <p:cNvSpPr txBox="1"/>
          <p:nvPr>
            <p:ph type="ctrTitle"/>
          </p:nvPr>
        </p:nvSpPr>
        <p:spPr>
          <a:xfrm>
            <a:off x="1611975" y="813625"/>
            <a:ext cx="5919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5" name="Google Shape;1655;p29"/>
          <p:cNvSpPr txBox="1"/>
          <p:nvPr>
            <p:ph idx="1" type="subTitle"/>
          </p:nvPr>
        </p:nvSpPr>
        <p:spPr>
          <a:xfrm>
            <a:off x="2777775" y="1936150"/>
            <a:ext cx="3588300" cy="12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6" name="Google Shape;1656;p29"/>
          <p:cNvSpPr txBox="1"/>
          <p:nvPr>
            <p:ph idx="2" type="subTitle"/>
          </p:nvPr>
        </p:nvSpPr>
        <p:spPr>
          <a:xfrm rot="-1283">
            <a:off x="2963700" y="4184197"/>
            <a:ext cx="3216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7" name="Google Shape;1657;p29"/>
          <p:cNvSpPr txBox="1"/>
          <p:nvPr/>
        </p:nvSpPr>
        <p:spPr>
          <a:xfrm>
            <a:off x="2963700" y="3298235"/>
            <a:ext cx="32166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ru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b="1" lang="ru" sz="11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ru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ru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and includes icons by </a:t>
            </a:r>
            <a:r>
              <a:rPr b="1" lang="ru" sz="11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ru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ru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and infographics &amp; images by </a:t>
            </a:r>
            <a:r>
              <a:rPr b="1" lang="ru" sz="1100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658" name="Google Shape;1658;p29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659" name="Google Shape;1659;p29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60" name="Google Shape;1660;p29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61" name="Google Shape;1661;p29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62" name="Google Shape;1662;p29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663" name="Google Shape;1663;p29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29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5" name="Google Shape;1665;p29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666" name="Google Shape;1666;p2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2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68" name="Google Shape;1668;p29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669" name="Google Shape;1669;p29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70" name="Google Shape;1670;p29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71" name="Google Shape;1671;p29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672" name="Google Shape;1672;p29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673" name="Google Shape;1673;p29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29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29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6" name="Google Shape;1676;p29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677" name="Google Shape;1677;p29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29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0" name="Google Shape;1680;p30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681" name="Google Shape;1681;p30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0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0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0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0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0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0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6" name="Google Shape;1716;p30"/>
          <p:cNvGrpSpPr/>
          <p:nvPr/>
        </p:nvGrpSpPr>
        <p:grpSpPr>
          <a:xfrm>
            <a:off x="-1630264" y="-189410"/>
            <a:ext cx="11764677" cy="790400"/>
            <a:chOff x="-1630264" y="-189410"/>
            <a:chExt cx="11764677" cy="790400"/>
          </a:xfrm>
        </p:grpSpPr>
        <p:sp>
          <p:nvSpPr>
            <p:cNvPr id="1717" name="Google Shape;1717;p30"/>
            <p:cNvSpPr/>
            <p:nvPr/>
          </p:nvSpPr>
          <p:spPr>
            <a:xfrm>
              <a:off x="-1158211" y="-189410"/>
              <a:ext cx="11292625" cy="790400"/>
            </a:xfrm>
            <a:custGeom>
              <a:rect b="b" l="l" r="r" t="t"/>
              <a:pathLst>
                <a:path extrusionOk="0" h="31616" w="451705">
                  <a:moveTo>
                    <a:pt x="408936" y="31471"/>
                  </a:moveTo>
                  <a:cubicBezTo>
                    <a:pt x="393614" y="31528"/>
                    <a:pt x="376241" y="31243"/>
                    <a:pt x="359381" y="31129"/>
                  </a:cubicBezTo>
                  <a:cubicBezTo>
                    <a:pt x="342521" y="31015"/>
                    <a:pt x="319167" y="31922"/>
                    <a:pt x="307775" y="30787"/>
                  </a:cubicBezTo>
                  <a:cubicBezTo>
                    <a:pt x="296383" y="29653"/>
                    <a:pt x="295586" y="26425"/>
                    <a:pt x="291029" y="24322"/>
                  </a:cubicBezTo>
                  <a:cubicBezTo>
                    <a:pt x="286472" y="22219"/>
                    <a:pt x="285105" y="19652"/>
                    <a:pt x="280434" y="18171"/>
                  </a:cubicBezTo>
                  <a:cubicBezTo>
                    <a:pt x="275763" y="16690"/>
                    <a:pt x="269782" y="15949"/>
                    <a:pt x="263004" y="15436"/>
                  </a:cubicBezTo>
                  <a:cubicBezTo>
                    <a:pt x="256226" y="14923"/>
                    <a:pt x="247626" y="15152"/>
                    <a:pt x="239765" y="15095"/>
                  </a:cubicBezTo>
                  <a:cubicBezTo>
                    <a:pt x="231905" y="15038"/>
                    <a:pt x="231904" y="15095"/>
                    <a:pt x="215841" y="15095"/>
                  </a:cubicBezTo>
                  <a:cubicBezTo>
                    <a:pt x="199778" y="15095"/>
                    <a:pt x="177279" y="15152"/>
                    <a:pt x="143388" y="15095"/>
                  </a:cubicBezTo>
                  <a:cubicBezTo>
                    <a:pt x="109497" y="15038"/>
                    <a:pt x="35458" y="14450"/>
                    <a:pt x="12494" y="14753"/>
                  </a:cubicBezTo>
                  <a:cubicBezTo>
                    <a:pt x="-10470" y="15056"/>
                    <a:pt x="5163" y="17465"/>
                    <a:pt x="5602" y="16912"/>
                  </a:cubicBezTo>
                  <a:cubicBezTo>
                    <a:pt x="6041" y="16359"/>
                    <a:pt x="13185" y="13325"/>
                    <a:pt x="15126" y="11436"/>
                  </a:cubicBezTo>
                  <a:cubicBezTo>
                    <a:pt x="17067" y="9547"/>
                    <a:pt x="14845" y="7353"/>
                    <a:pt x="17250" y="5579"/>
                  </a:cubicBezTo>
                  <a:cubicBezTo>
                    <a:pt x="19655" y="3806"/>
                    <a:pt x="21295" y="1535"/>
                    <a:pt x="29554" y="795"/>
                  </a:cubicBezTo>
                  <a:cubicBezTo>
                    <a:pt x="37813" y="55"/>
                    <a:pt x="44022" y="1080"/>
                    <a:pt x="66806" y="1137"/>
                  </a:cubicBezTo>
                  <a:cubicBezTo>
                    <a:pt x="89590" y="1194"/>
                    <a:pt x="127525" y="1194"/>
                    <a:pt x="166258" y="1137"/>
                  </a:cubicBezTo>
                  <a:cubicBezTo>
                    <a:pt x="204991" y="1080"/>
                    <a:pt x="257110" y="739"/>
                    <a:pt x="299203" y="796"/>
                  </a:cubicBezTo>
                  <a:cubicBezTo>
                    <a:pt x="341297" y="853"/>
                    <a:pt x="397744" y="-1426"/>
                    <a:pt x="418819" y="1479"/>
                  </a:cubicBezTo>
                  <a:cubicBezTo>
                    <a:pt x="439894" y="4384"/>
                    <a:pt x="423832" y="14580"/>
                    <a:pt x="425655" y="18225"/>
                  </a:cubicBezTo>
                  <a:cubicBezTo>
                    <a:pt x="427478" y="21870"/>
                    <a:pt x="425479" y="21257"/>
                    <a:pt x="429756" y="23351"/>
                  </a:cubicBezTo>
                  <a:cubicBezTo>
                    <a:pt x="434033" y="25445"/>
                    <a:pt x="454785" y="29434"/>
                    <a:pt x="451315" y="30787"/>
                  </a:cubicBezTo>
                  <a:cubicBezTo>
                    <a:pt x="447845" y="32140"/>
                    <a:pt x="424258" y="31414"/>
                    <a:pt x="408936" y="314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18" name="Google Shape;1718;p30"/>
            <p:cNvSpPr/>
            <p:nvPr/>
          </p:nvSpPr>
          <p:spPr>
            <a:xfrm>
              <a:off x="-1630264" y="13255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19" name="Google Shape;1719;p30"/>
            <p:cNvSpPr/>
            <p:nvPr/>
          </p:nvSpPr>
          <p:spPr>
            <a:xfrm>
              <a:off x="-1596155" y="87717"/>
              <a:ext cx="11303750" cy="410925"/>
            </a:xfrm>
            <a:custGeom>
              <a:rect b="b" l="l" r="r" t="t"/>
              <a:pathLst>
                <a:path extrusionOk="0" h="16437" w="452150">
                  <a:moveTo>
                    <a:pt x="452150" y="16088"/>
                  </a:moveTo>
                  <a:cubicBezTo>
                    <a:pt x="439106" y="16088"/>
                    <a:pt x="392114" y="16031"/>
                    <a:pt x="373887" y="16088"/>
                  </a:cubicBezTo>
                  <a:cubicBezTo>
                    <a:pt x="355660" y="16145"/>
                    <a:pt x="350590" y="16487"/>
                    <a:pt x="342786" y="16430"/>
                  </a:cubicBezTo>
                  <a:cubicBezTo>
                    <a:pt x="334982" y="16373"/>
                    <a:pt x="331565" y="16487"/>
                    <a:pt x="327065" y="15746"/>
                  </a:cubicBezTo>
                  <a:cubicBezTo>
                    <a:pt x="322565" y="15006"/>
                    <a:pt x="320515" y="14265"/>
                    <a:pt x="315787" y="11987"/>
                  </a:cubicBezTo>
                  <a:cubicBezTo>
                    <a:pt x="311059" y="9709"/>
                    <a:pt x="307528" y="4013"/>
                    <a:pt x="298699" y="2076"/>
                  </a:cubicBezTo>
                  <a:cubicBezTo>
                    <a:pt x="289870" y="139"/>
                    <a:pt x="293117" y="709"/>
                    <a:pt x="262814" y="367"/>
                  </a:cubicBezTo>
                  <a:cubicBezTo>
                    <a:pt x="232511" y="25"/>
                    <a:pt x="160685" y="82"/>
                    <a:pt x="116883" y="25"/>
                  </a:cubicBezTo>
                  <a:cubicBezTo>
                    <a:pt x="73081" y="-32"/>
                    <a:pt x="19481" y="25"/>
                    <a:pt x="0" y="2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720" name="Google Shape;1720;p30"/>
            <p:cNvGrpSpPr/>
            <p:nvPr/>
          </p:nvGrpSpPr>
          <p:grpSpPr>
            <a:xfrm>
              <a:off x="6406513" y="222225"/>
              <a:ext cx="346813" cy="186675"/>
              <a:chOff x="6406513" y="269575"/>
              <a:chExt cx="346813" cy="186675"/>
            </a:xfrm>
          </p:grpSpPr>
          <p:sp>
            <p:nvSpPr>
              <p:cNvPr id="1721" name="Google Shape;1721;p30"/>
              <p:cNvSpPr/>
              <p:nvPr/>
            </p:nvSpPr>
            <p:spPr>
              <a:xfrm>
                <a:off x="6641425" y="3443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30"/>
              <p:cNvSpPr/>
              <p:nvPr/>
            </p:nvSpPr>
            <p:spPr>
              <a:xfrm>
                <a:off x="6406513" y="269575"/>
                <a:ext cx="158700" cy="1587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3" name="Google Shape;1723;p30"/>
            <p:cNvGrpSpPr/>
            <p:nvPr/>
          </p:nvGrpSpPr>
          <p:grpSpPr>
            <a:xfrm>
              <a:off x="8733500" y="-1"/>
              <a:ext cx="331646" cy="342864"/>
              <a:chOff x="8489950" y="332499"/>
              <a:chExt cx="331646" cy="342864"/>
            </a:xfrm>
          </p:grpSpPr>
          <p:sp>
            <p:nvSpPr>
              <p:cNvPr id="1724" name="Google Shape;1724;p3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3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6" name="Google Shape;1726;p30"/>
          <p:cNvGrpSpPr/>
          <p:nvPr/>
        </p:nvGrpSpPr>
        <p:grpSpPr>
          <a:xfrm>
            <a:off x="-1570098" y="4560991"/>
            <a:ext cx="11522848" cy="761000"/>
            <a:chOff x="-1570098" y="4560991"/>
            <a:chExt cx="11522848" cy="761000"/>
          </a:xfrm>
        </p:grpSpPr>
        <p:sp>
          <p:nvSpPr>
            <p:cNvPr id="1727" name="Google Shape;1727;p30"/>
            <p:cNvSpPr/>
            <p:nvPr/>
          </p:nvSpPr>
          <p:spPr>
            <a:xfrm>
              <a:off x="-1570098" y="4560991"/>
              <a:ext cx="10957275" cy="761000"/>
            </a:xfrm>
            <a:custGeom>
              <a:rect b="b" l="l" r="r" t="t"/>
              <a:pathLst>
                <a:path extrusionOk="0" h="30440" w="438291">
                  <a:moveTo>
                    <a:pt x="4705" y="1314"/>
                  </a:moveTo>
                  <a:cubicBezTo>
                    <a:pt x="18603" y="-250"/>
                    <a:pt x="76749" y="258"/>
                    <a:pt x="96639" y="106"/>
                  </a:cubicBezTo>
                  <a:cubicBezTo>
                    <a:pt x="116529" y="-46"/>
                    <a:pt x="117867" y="-101"/>
                    <a:pt x="124043" y="401"/>
                  </a:cubicBezTo>
                  <a:cubicBezTo>
                    <a:pt x="130219" y="903"/>
                    <a:pt x="129533" y="982"/>
                    <a:pt x="133697" y="3116"/>
                  </a:cubicBezTo>
                  <a:cubicBezTo>
                    <a:pt x="137861" y="5250"/>
                    <a:pt x="142426" y="11432"/>
                    <a:pt x="149029" y="13204"/>
                  </a:cubicBezTo>
                  <a:cubicBezTo>
                    <a:pt x="155632" y="14976"/>
                    <a:pt x="164901" y="13659"/>
                    <a:pt x="173314" y="13750"/>
                  </a:cubicBezTo>
                  <a:cubicBezTo>
                    <a:pt x="181727" y="13841"/>
                    <a:pt x="189640" y="13841"/>
                    <a:pt x="199509" y="13750"/>
                  </a:cubicBezTo>
                  <a:cubicBezTo>
                    <a:pt x="209378" y="13659"/>
                    <a:pt x="217200" y="13295"/>
                    <a:pt x="232526" y="13204"/>
                  </a:cubicBezTo>
                  <a:cubicBezTo>
                    <a:pt x="247852" y="13113"/>
                    <a:pt x="259404" y="13204"/>
                    <a:pt x="291465" y="13204"/>
                  </a:cubicBezTo>
                  <a:cubicBezTo>
                    <a:pt x="323527" y="13204"/>
                    <a:pt x="401023" y="14259"/>
                    <a:pt x="424895" y="13204"/>
                  </a:cubicBezTo>
                  <a:cubicBezTo>
                    <a:pt x="448768" y="12149"/>
                    <a:pt x="433130" y="6931"/>
                    <a:pt x="434700" y="6873"/>
                  </a:cubicBezTo>
                  <a:cubicBezTo>
                    <a:pt x="436270" y="6816"/>
                    <a:pt x="434636" y="9305"/>
                    <a:pt x="434314" y="12859"/>
                  </a:cubicBezTo>
                  <a:cubicBezTo>
                    <a:pt x="433992" y="16413"/>
                    <a:pt x="437815" y="25412"/>
                    <a:pt x="432769" y="28199"/>
                  </a:cubicBezTo>
                  <a:cubicBezTo>
                    <a:pt x="427723" y="30986"/>
                    <a:pt x="415680" y="29491"/>
                    <a:pt x="404040" y="29581"/>
                  </a:cubicBezTo>
                  <a:cubicBezTo>
                    <a:pt x="392401" y="29672"/>
                    <a:pt x="386912" y="28882"/>
                    <a:pt x="362932" y="28742"/>
                  </a:cubicBezTo>
                  <a:cubicBezTo>
                    <a:pt x="338952" y="28602"/>
                    <a:pt x="299408" y="28462"/>
                    <a:pt x="260162" y="28742"/>
                  </a:cubicBezTo>
                  <a:cubicBezTo>
                    <a:pt x="220916" y="29022"/>
                    <a:pt x="168042" y="30280"/>
                    <a:pt x="127455" y="30420"/>
                  </a:cubicBezTo>
                  <a:cubicBezTo>
                    <a:pt x="86868" y="30560"/>
                    <a:pt x="35929" y="29931"/>
                    <a:pt x="16641" y="29581"/>
                  </a:cubicBezTo>
                  <a:cubicBezTo>
                    <a:pt x="-2647" y="29232"/>
                    <a:pt x="12472" y="30001"/>
                    <a:pt x="11727" y="28323"/>
                  </a:cubicBezTo>
                  <a:cubicBezTo>
                    <a:pt x="10982" y="26645"/>
                    <a:pt x="11919" y="22651"/>
                    <a:pt x="12173" y="19512"/>
                  </a:cubicBezTo>
                  <a:cubicBezTo>
                    <a:pt x="12427" y="16373"/>
                    <a:pt x="14494" y="12521"/>
                    <a:pt x="13249" y="9488"/>
                  </a:cubicBezTo>
                  <a:cubicBezTo>
                    <a:pt x="12004" y="6455"/>
                    <a:pt x="-9193" y="2878"/>
                    <a:pt x="4705" y="13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28" name="Google Shape;1728;p30"/>
            <p:cNvSpPr/>
            <p:nvPr/>
          </p:nvSpPr>
          <p:spPr>
            <a:xfrm>
              <a:off x="-1391600" y="4642483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29" name="Google Shape;1729;p30"/>
            <p:cNvSpPr/>
            <p:nvPr/>
          </p:nvSpPr>
          <p:spPr>
            <a:xfrm>
              <a:off x="-1426870" y="4692558"/>
              <a:ext cx="11344350" cy="350950"/>
            </a:xfrm>
            <a:custGeom>
              <a:rect b="b" l="l" r="r" t="t"/>
              <a:pathLst>
                <a:path extrusionOk="0" h="14038" w="453774">
                  <a:moveTo>
                    <a:pt x="0" y="395"/>
                  </a:moveTo>
                  <a:cubicBezTo>
                    <a:pt x="13416" y="350"/>
                    <a:pt x="61122" y="122"/>
                    <a:pt x="80495" y="122"/>
                  </a:cubicBezTo>
                  <a:cubicBezTo>
                    <a:pt x="99868" y="122"/>
                    <a:pt x="108463" y="-287"/>
                    <a:pt x="116240" y="395"/>
                  </a:cubicBezTo>
                  <a:cubicBezTo>
                    <a:pt x="124017" y="1077"/>
                    <a:pt x="123517" y="2214"/>
                    <a:pt x="127155" y="4215"/>
                  </a:cubicBezTo>
                  <a:cubicBezTo>
                    <a:pt x="130793" y="6216"/>
                    <a:pt x="132112" y="10855"/>
                    <a:pt x="138069" y="12401"/>
                  </a:cubicBezTo>
                  <a:cubicBezTo>
                    <a:pt x="144027" y="13947"/>
                    <a:pt x="153213" y="13310"/>
                    <a:pt x="162900" y="13492"/>
                  </a:cubicBezTo>
                  <a:cubicBezTo>
                    <a:pt x="172587" y="13674"/>
                    <a:pt x="166310" y="13401"/>
                    <a:pt x="196189" y="13492"/>
                  </a:cubicBezTo>
                  <a:cubicBezTo>
                    <a:pt x="226068" y="13583"/>
                    <a:pt x="299241" y="14038"/>
                    <a:pt x="342172" y="14038"/>
                  </a:cubicBezTo>
                  <a:cubicBezTo>
                    <a:pt x="385103" y="14038"/>
                    <a:pt x="435174" y="13583"/>
                    <a:pt x="453774" y="1349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730" name="Google Shape;1730;p30"/>
            <p:cNvGrpSpPr/>
            <p:nvPr/>
          </p:nvGrpSpPr>
          <p:grpSpPr>
            <a:xfrm>
              <a:off x="334300" y="4829049"/>
              <a:ext cx="771403" cy="288460"/>
              <a:chOff x="8164200" y="4855049"/>
              <a:chExt cx="771403" cy="288460"/>
            </a:xfrm>
          </p:grpSpPr>
          <p:sp>
            <p:nvSpPr>
              <p:cNvPr id="1731" name="Google Shape;1731;p30"/>
              <p:cNvSpPr/>
              <p:nvPr/>
            </p:nvSpPr>
            <p:spPr>
              <a:xfrm>
                <a:off x="8675803" y="4883709"/>
                <a:ext cx="259800" cy="259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30"/>
              <p:cNvSpPr/>
              <p:nvPr/>
            </p:nvSpPr>
            <p:spPr>
              <a:xfrm>
                <a:off x="8491821" y="4855050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3" name="Google Shape;1733;p30"/>
              <p:cNvSpPr/>
              <p:nvPr/>
            </p:nvSpPr>
            <p:spPr>
              <a:xfrm>
                <a:off x="8164200" y="485504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4" name="Google Shape;1734;p30"/>
            <p:cNvGrpSpPr/>
            <p:nvPr/>
          </p:nvGrpSpPr>
          <p:grpSpPr>
            <a:xfrm>
              <a:off x="1270875" y="4784224"/>
              <a:ext cx="331646" cy="342864"/>
              <a:chOff x="8489950" y="332499"/>
              <a:chExt cx="331646" cy="342864"/>
            </a:xfrm>
          </p:grpSpPr>
          <p:sp>
            <p:nvSpPr>
              <p:cNvPr id="1735" name="Google Shape;1735;p30"/>
              <p:cNvSpPr/>
              <p:nvPr/>
            </p:nvSpPr>
            <p:spPr>
              <a:xfrm>
                <a:off x="8709696" y="563463"/>
                <a:ext cx="111900" cy="1119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30"/>
              <p:cNvSpPr/>
              <p:nvPr/>
            </p:nvSpPr>
            <p:spPr>
              <a:xfrm>
                <a:off x="8489950" y="332499"/>
                <a:ext cx="259800" cy="259800"/>
              </a:xfrm>
              <a:prstGeom prst="star4">
                <a:avLst>
                  <a:gd fmla="val 12500" name="adj"/>
                </a:avLst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8" name="Google Shape;1738;p31"/>
          <p:cNvGrpSpPr/>
          <p:nvPr/>
        </p:nvGrpSpPr>
        <p:grpSpPr>
          <a:xfrm>
            <a:off x="75" y="50"/>
            <a:ext cx="9144183" cy="5413256"/>
            <a:chOff x="1619453" y="1201199"/>
            <a:chExt cx="3959892" cy="2344213"/>
          </a:xfrm>
        </p:grpSpPr>
        <p:sp>
          <p:nvSpPr>
            <p:cNvPr id="1739" name="Google Shape;1739;p31"/>
            <p:cNvSpPr/>
            <p:nvPr/>
          </p:nvSpPr>
          <p:spPr>
            <a:xfrm>
              <a:off x="18087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19805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2152372" y="1201199"/>
              <a:ext cx="0" cy="2344213"/>
            </a:xfrm>
            <a:custGeom>
              <a:rect b="b" l="l" r="r" t="t"/>
              <a:pathLst>
                <a:path extrusionOk="0" fill="none" h="107164" w="0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23241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24959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26677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28395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301132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31830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335489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35266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3698472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38702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4042047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42138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43855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455739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47291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490097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50727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1" y="107163"/>
                  </a:moveTo>
                  <a:lnTo>
                    <a:pt x="1" y="106882"/>
                  </a:lnTo>
                  <a:lnTo>
                    <a:pt x="1" y="102291"/>
                  </a:lnTo>
                  <a:lnTo>
                    <a:pt x="1" y="95419"/>
                  </a:lnTo>
                  <a:lnTo>
                    <a:pt x="1" y="88548"/>
                  </a:lnTo>
                  <a:lnTo>
                    <a:pt x="1" y="81677"/>
                  </a:lnTo>
                  <a:lnTo>
                    <a:pt x="1" y="74805"/>
                  </a:lnTo>
                  <a:lnTo>
                    <a:pt x="1" y="67933"/>
                  </a:lnTo>
                  <a:lnTo>
                    <a:pt x="1" y="61062"/>
                  </a:lnTo>
                  <a:lnTo>
                    <a:pt x="1" y="54191"/>
                  </a:lnTo>
                  <a:lnTo>
                    <a:pt x="1" y="47319"/>
                  </a:lnTo>
                  <a:lnTo>
                    <a:pt x="1" y="40448"/>
                  </a:lnTo>
                  <a:lnTo>
                    <a:pt x="1" y="33577"/>
                  </a:lnTo>
                  <a:lnTo>
                    <a:pt x="1" y="26705"/>
                  </a:lnTo>
                  <a:lnTo>
                    <a:pt x="1" y="19833"/>
                  </a:lnTo>
                  <a:lnTo>
                    <a:pt x="1" y="13877"/>
                  </a:ln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5244546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5416321" y="1201199"/>
              <a:ext cx="25" cy="2344213"/>
            </a:xfrm>
            <a:custGeom>
              <a:rect b="b" l="l" r="r" t="t"/>
              <a:pathLst>
                <a:path extrusionOk="0" fill="none" h="107164" w="1">
                  <a:moveTo>
                    <a:pt x="0" y="107163"/>
                  </a:moveTo>
                  <a:lnTo>
                    <a:pt x="0" y="106882"/>
                  </a:lnTo>
                  <a:lnTo>
                    <a:pt x="0" y="102291"/>
                  </a:lnTo>
                  <a:lnTo>
                    <a:pt x="0" y="95419"/>
                  </a:lnTo>
                  <a:lnTo>
                    <a:pt x="0" y="88548"/>
                  </a:lnTo>
                  <a:lnTo>
                    <a:pt x="0" y="81677"/>
                  </a:lnTo>
                  <a:lnTo>
                    <a:pt x="0" y="74805"/>
                  </a:lnTo>
                  <a:lnTo>
                    <a:pt x="0" y="67933"/>
                  </a:lnTo>
                  <a:lnTo>
                    <a:pt x="0" y="61062"/>
                  </a:lnTo>
                  <a:lnTo>
                    <a:pt x="0" y="54191"/>
                  </a:lnTo>
                  <a:lnTo>
                    <a:pt x="0" y="47319"/>
                  </a:lnTo>
                  <a:lnTo>
                    <a:pt x="0" y="40448"/>
                  </a:lnTo>
                  <a:lnTo>
                    <a:pt x="0" y="33577"/>
                  </a:lnTo>
                  <a:lnTo>
                    <a:pt x="0" y="26705"/>
                  </a:lnTo>
                  <a:lnTo>
                    <a:pt x="0" y="19833"/>
                  </a:lnTo>
                  <a:lnTo>
                    <a:pt x="0" y="13877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1619453" y="13621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1619453" y="153392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1619453" y="170570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1619453" y="18774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1619453" y="2049275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1619453" y="2221050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1619453" y="23928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1619453" y="25646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1619453" y="273642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1619453" y="29081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1619453" y="3079999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1619453" y="3251774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0"/>
                  </a:moveTo>
                  <a:lnTo>
                    <a:pt x="167455" y="0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1619453" y="3423548"/>
              <a:ext cx="3959892" cy="25"/>
            </a:xfrm>
            <a:custGeom>
              <a:rect b="b" l="l" r="r" t="t"/>
              <a:pathLst>
                <a:path extrusionOk="0" fill="none" h="1" w="167455">
                  <a:moveTo>
                    <a:pt x="1" y="1"/>
                  </a:moveTo>
                  <a:lnTo>
                    <a:pt x="167455" y="1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103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74" name="Google Shape;1774;p31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8552275" y="3029175"/>
            <a:ext cx="1377700" cy="127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" name="Google Shape;1775;p31"/>
          <p:cNvPicPr preferRelativeResize="0"/>
          <p:nvPr/>
        </p:nvPicPr>
        <p:blipFill rotWithShape="1">
          <a:blip r:embed="rId2">
            <a:alphaModFix/>
          </a:blip>
          <a:srcRect b="12005" l="12492" r="12342" t="18401"/>
          <a:stretch/>
        </p:blipFill>
        <p:spPr>
          <a:xfrm>
            <a:off x="-248325" y="592308"/>
            <a:ext cx="1452025" cy="1344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TITLE_1"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78" name="Google Shape;1778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9" name="Google Shape;17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b="1" i="1" sz="30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en Dots"/>
              <a:buNone/>
              <a:defRPr b="1" i="1" sz="30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структуры (structs)</a:t>
            </a:r>
            <a:endParaRPr/>
          </a:p>
        </p:txBody>
      </p:sp>
      <p:sp>
        <p:nvSpPr>
          <p:cNvPr id="1785" name="Google Shape;1785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собственных типов данных.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34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данные в программировании?</a:t>
            </a:r>
            <a:endParaRPr/>
          </a:p>
        </p:txBody>
      </p:sp>
      <p:sp>
        <p:nvSpPr>
          <p:cNvPr id="1791" name="Google Shape;1791;p34"/>
          <p:cNvSpPr txBox="1"/>
          <p:nvPr>
            <p:ph idx="1" type="subTitle"/>
          </p:nvPr>
        </p:nvSpPr>
        <p:spPr>
          <a:xfrm>
            <a:off x="1105200" y="2900644"/>
            <a:ext cx="3314400" cy="10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Имя, Фамилия, Возраст, Город. Каждая из этих записей — это отдельный кусочек данных. Имя — это текст, возраст — это число.</a:t>
            </a:r>
            <a:endParaRPr/>
          </a:p>
        </p:txBody>
      </p:sp>
      <p:sp>
        <p:nvSpPr>
          <p:cNvPr id="1792" name="Google Shape;1792;p34"/>
          <p:cNvSpPr txBox="1"/>
          <p:nvPr>
            <p:ph idx="2" type="subTitle"/>
          </p:nvPr>
        </p:nvSpPr>
        <p:spPr>
          <a:xfrm>
            <a:off x="4724400" y="2900642"/>
            <a:ext cx="3314400" cy="11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Например, "Пользователя" в нашей системе?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Нам нужен способ сгруппировать их вместе.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34"/>
          <p:cNvSpPr txBox="1"/>
          <p:nvPr>
            <p:ph idx="3" type="title"/>
          </p:nvPr>
        </p:nvSpPr>
        <p:spPr>
          <a:xfrm>
            <a:off x="1105200" y="1969901"/>
            <a:ext cx="3314400" cy="753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Представьте, что вы заполняете анкету</a:t>
            </a:r>
            <a:endParaRPr/>
          </a:p>
        </p:txBody>
      </p:sp>
      <p:sp>
        <p:nvSpPr>
          <p:cNvPr id="1794" name="Google Shape;1794;p34"/>
          <p:cNvSpPr txBox="1"/>
          <p:nvPr>
            <p:ph idx="4" type="title"/>
          </p:nvPr>
        </p:nvSpPr>
        <p:spPr>
          <a:xfrm>
            <a:off x="4724400" y="1969855"/>
            <a:ext cx="3314400" cy="930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Но что, если мы хотим описать что-то более сложное?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35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/>
              <a:t>Что такое структура (struct) в Go?</a:t>
            </a:r>
            <a:endParaRPr sz="3200"/>
          </a:p>
        </p:txBody>
      </p:sp>
      <p:sp>
        <p:nvSpPr>
          <p:cNvPr id="1800" name="Google Shape;1800;p35"/>
          <p:cNvSpPr txBox="1"/>
          <p:nvPr>
            <p:ph idx="2" type="body"/>
          </p:nvPr>
        </p:nvSpPr>
        <p:spPr>
          <a:xfrm>
            <a:off x="4670700" y="2148750"/>
            <a:ext cx="37533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//Простой пример</a:t>
            </a:r>
            <a:endParaRPr b="1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IsActive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ru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bool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5"/>
          <p:cNvSpPr txBox="1"/>
          <p:nvPr>
            <p:ph idx="1" type="body"/>
          </p:nvPr>
        </p:nvSpPr>
        <p:spPr>
          <a:xfrm>
            <a:off x="720000" y="1595100"/>
            <a:ext cx="3753300" cy="27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как чертеж или шаблон для создания собственных, более сложных типов данных.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Проще говоря, </a:t>
            </a:r>
            <a:r>
              <a:rPr b="1" lang="ru"/>
              <a:t>struct</a:t>
            </a:r>
            <a:r>
              <a:rPr lang="ru"/>
              <a:t> — это контейнер, в который мы складываем несколько переменных (называемых полями), чтобы описать одну сущность.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36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Сравнение с другими языками (C++ и PHP)</a:t>
            </a:r>
            <a:endParaRPr/>
          </a:p>
        </p:txBody>
      </p:sp>
      <p:sp>
        <p:nvSpPr>
          <p:cNvPr id="1807" name="Google Shape;1807;p36"/>
          <p:cNvSpPr txBox="1"/>
          <p:nvPr>
            <p:ph idx="1" type="subTitle"/>
          </p:nvPr>
        </p:nvSpPr>
        <p:spPr>
          <a:xfrm>
            <a:off x="1105200" y="2373825"/>
            <a:ext cx="3314400" cy="18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struct в Go очень похож на struct в C++. Ключевое отличие в философии: Go строго разделяет данные (что хранится в struct) и поведение (что делают функции).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Go вы не можете объявлять методы внутри определения структуры.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6"/>
          <p:cNvSpPr txBox="1"/>
          <p:nvPr>
            <p:ph idx="2" type="subTitle"/>
          </p:nvPr>
        </p:nvSpPr>
        <p:spPr>
          <a:xfrm>
            <a:off x="4724400" y="2373828"/>
            <a:ext cx="3314400" cy="1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struct в Go можно сравнить с классом, у которого есть только public свойства и совсем нет методов.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Опять же, данные и поведение разделены.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6"/>
          <p:cNvSpPr txBox="1"/>
          <p:nvPr>
            <p:ph idx="3" type="title"/>
          </p:nvPr>
        </p:nvSpPr>
        <p:spPr>
          <a:xfrm>
            <a:off x="1105200" y="1963128"/>
            <a:ext cx="3314400" cy="410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C++</a:t>
            </a:r>
            <a:endParaRPr/>
          </a:p>
        </p:txBody>
      </p:sp>
      <p:sp>
        <p:nvSpPr>
          <p:cNvPr id="1810" name="Google Shape;1810;p36"/>
          <p:cNvSpPr txBox="1"/>
          <p:nvPr>
            <p:ph idx="4" type="title"/>
          </p:nvPr>
        </p:nvSpPr>
        <p:spPr>
          <a:xfrm>
            <a:off x="4724400" y="1963103"/>
            <a:ext cx="3314400" cy="410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PHP/Java/Python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37"/>
          <p:cNvSpPr txBox="1"/>
          <p:nvPr>
            <p:ph idx="6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Синтаксис и создание экземпляра</a:t>
            </a:r>
            <a:endParaRPr/>
          </a:p>
        </p:txBody>
      </p:sp>
      <p:sp>
        <p:nvSpPr>
          <p:cNvPr id="1816" name="Google Shape;1816;p37"/>
          <p:cNvSpPr txBox="1"/>
          <p:nvPr>
            <p:ph type="title"/>
          </p:nvPr>
        </p:nvSpPr>
        <p:spPr>
          <a:xfrm>
            <a:off x="436900" y="2523125"/>
            <a:ext cx="1999500" cy="287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Нулевое значение (Zero Value)</a:t>
            </a:r>
            <a:endParaRPr/>
          </a:p>
        </p:txBody>
      </p:sp>
      <p:sp>
        <p:nvSpPr>
          <p:cNvPr id="1817" name="Google Shape;1817;p37"/>
          <p:cNvSpPr txBox="1"/>
          <p:nvPr>
            <p:ph idx="1" type="subTitle"/>
          </p:nvPr>
        </p:nvSpPr>
        <p:spPr>
          <a:xfrm>
            <a:off x="187800" y="2902150"/>
            <a:ext cx="26448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var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ru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u.ID будет 0, u.Name будет "", u.IsActive будет false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37"/>
          <p:cNvSpPr txBox="1"/>
          <p:nvPr>
            <p:ph idx="2" type="title"/>
          </p:nvPr>
        </p:nvSpPr>
        <p:spPr>
          <a:xfrm>
            <a:off x="2832700" y="2523125"/>
            <a:ext cx="2936700" cy="2877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Литерал структуры (Struct Literal)</a:t>
            </a:r>
            <a:endParaRPr/>
          </a:p>
        </p:txBody>
      </p:sp>
      <p:sp>
        <p:nvSpPr>
          <p:cNvPr id="1819" name="Google Shape;1819;p37"/>
          <p:cNvSpPr txBox="1"/>
          <p:nvPr>
            <p:ph idx="3" type="subTitle"/>
          </p:nvPr>
        </p:nvSpPr>
        <p:spPr>
          <a:xfrm>
            <a:off x="2833200" y="2902125"/>
            <a:ext cx="3333000" cy="1451100"/>
          </a:xfrm>
          <a:prstGeom prst="rect">
            <a:avLst/>
          </a:prstGeom>
        </p:spPr>
        <p:txBody>
          <a:bodyPr anchorCtr="0" anchor="t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:</a:t>
            </a:r>
            <a:r>
              <a:rPr b="1" lang="ru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ru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ru" sz="11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ru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"Alice"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ru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11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"alice@example.com"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</a:t>
            </a:r>
            <a:r>
              <a:rPr lang="ru" sz="11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IsActive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ru" sz="11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2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1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0" name="Google Shape;1820;p37"/>
          <p:cNvSpPr txBox="1"/>
          <p:nvPr>
            <p:ph idx="4" type="title"/>
          </p:nvPr>
        </p:nvSpPr>
        <p:spPr>
          <a:xfrm>
            <a:off x="5939700" y="2176375"/>
            <a:ext cx="3074100" cy="486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Через new()</a:t>
            </a:r>
            <a:endParaRPr/>
          </a:p>
        </p:txBody>
      </p:sp>
      <p:sp>
        <p:nvSpPr>
          <p:cNvPr id="1821" name="Google Shape;1821;p37"/>
          <p:cNvSpPr txBox="1"/>
          <p:nvPr>
            <p:ph idx="5" type="subTitle"/>
          </p:nvPr>
        </p:nvSpPr>
        <p:spPr>
          <a:xfrm>
            <a:off x="6166200" y="2902150"/>
            <a:ext cx="2874600" cy="8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u_ptr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:</a:t>
            </a:r>
            <a:r>
              <a:rPr b="1" lang="ru" sz="1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u_ptr - это указатель на структуру User</a:t>
            </a:r>
            <a:endParaRPr i="1" sz="12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38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Доступ к полям и вложенные структуры</a:t>
            </a:r>
            <a:endParaRPr/>
          </a:p>
        </p:txBody>
      </p:sp>
      <p:sp>
        <p:nvSpPr>
          <p:cNvPr id="1827" name="Google Shape;1827;p38"/>
          <p:cNvSpPr txBox="1"/>
          <p:nvPr>
            <p:ph idx="1" type="body"/>
          </p:nvPr>
        </p:nvSpPr>
        <p:spPr>
          <a:xfrm>
            <a:off x="140675" y="1403100"/>
            <a:ext cx="2672700" cy="29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Чтобы получить или изменить значение поля, используется оператор "точка" (.):</a:t>
            </a:r>
            <a:endParaRPr/>
          </a:p>
        </p:txBody>
      </p:sp>
      <p:sp>
        <p:nvSpPr>
          <p:cNvPr id="1828" name="Google Shape;1828;p38"/>
          <p:cNvSpPr txBox="1"/>
          <p:nvPr>
            <p:ph idx="2" type="body"/>
          </p:nvPr>
        </p:nvSpPr>
        <p:spPr>
          <a:xfrm>
            <a:off x="2813400" y="2148600"/>
            <a:ext cx="59379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fmt</a:t>
            </a:r>
            <a:r>
              <a:rPr lang="ru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ru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i="1" lang="ru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Выведет "Alice"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ru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IsActive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ru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ru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Мы деактивировали пользователя</a:t>
            </a:r>
            <a:endParaRPr i="1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39"/>
          <p:cNvSpPr txBox="1"/>
          <p:nvPr>
            <p:ph type="title"/>
          </p:nvPr>
        </p:nvSpPr>
        <p:spPr>
          <a:xfrm>
            <a:off x="1634400" y="1536148"/>
            <a:ext cx="5875200" cy="100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Важный момент</a:t>
            </a:r>
            <a:endParaRPr/>
          </a:p>
        </p:txBody>
      </p:sp>
      <p:sp>
        <p:nvSpPr>
          <p:cNvPr id="1834" name="Google Shape;1834;p39"/>
          <p:cNvSpPr txBox="1"/>
          <p:nvPr>
            <p:ph idx="1" type="subTitle"/>
          </p:nvPr>
        </p:nvSpPr>
        <p:spPr>
          <a:xfrm>
            <a:off x="2159925" y="2537100"/>
            <a:ext cx="4824000" cy="17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у вас есть указатель на структуру (как в примере с new()), в Go для доступа к полям все равно используется точка!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Это упрощает код по сравнению с C++, где для указателей нужен был бы оператор -&gt;.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40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Композиция</a:t>
            </a:r>
            <a:endParaRPr/>
          </a:p>
        </p:txBody>
      </p:sp>
      <p:sp>
        <p:nvSpPr>
          <p:cNvPr id="1840" name="Google Shape;1840;p40"/>
          <p:cNvSpPr txBox="1"/>
          <p:nvPr>
            <p:ph idx="1" type="body"/>
          </p:nvPr>
        </p:nvSpPr>
        <p:spPr>
          <a:xfrm>
            <a:off x="147750" y="1403100"/>
            <a:ext cx="37533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что, если у пользователя есть адрес, который сам по себе является сложной сущностью (Город, Улица, Дом)? Мы можем вложить одну структуру в другую. Это называется композиция.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40"/>
          <p:cNvSpPr txBox="1"/>
          <p:nvPr>
            <p:ph idx="2" type="body"/>
          </p:nvPr>
        </p:nvSpPr>
        <p:spPr>
          <a:xfrm>
            <a:off x="3901050" y="1118625"/>
            <a:ext cx="3753300" cy="31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City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Street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b="1" lang="ru" sz="1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1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ru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Поле Address имеет тип другой структуры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i="1" lang="ru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Доступ к полям вложенной структуры происходит по цепочке, через точки:</a:t>
            </a:r>
            <a:endParaRPr i="1" sz="12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user.Address.City</a:t>
            </a:r>
            <a:endParaRPr sz="1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EM Elective Subject for Middle School - 6th Grade: Coding, Engineering, and Robotics Design by Slidesgo">
  <a:themeElements>
    <a:clrScheme name="Simple Light">
      <a:dk1>
        <a:srgbClr val="0E6790"/>
      </a:dk1>
      <a:lt1>
        <a:srgbClr val="FFFFFF"/>
      </a:lt1>
      <a:dk2>
        <a:srgbClr val="248DBD"/>
      </a:dk2>
      <a:lt2>
        <a:srgbClr val="41A8B6"/>
      </a:lt2>
      <a:accent1>
        <a:srgbClr val="88D6DF"/>
      </a:accent1>
      <a:accent2>
        <a:srgbClr val="B6E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679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